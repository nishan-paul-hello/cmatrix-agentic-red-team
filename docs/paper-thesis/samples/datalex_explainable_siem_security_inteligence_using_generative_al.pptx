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embeddedFontLst>
    <p:embeddedFont>
      <p:font typeface="Raleway"/>
      <p:regular r:id="rId43"/>
      <p:bold r:id="rId44"/>
      <p:italic r:id="rId45"/>
      <p:boldItalic r:id="rId46"/>
    </p:embeddedFont>
    <p:embeddedFont>
      <p:font typeface="Roboto"/>
      <p:regular r:id="rId47"/>
      <p:bold r:id="rId48"/>
      <p:italic r:id="rId49"/>
      <p:boldItalic r:id="rId50"/>
    </p:embeddedFont>
    <p:embeddedFont>
      <p:font typeface="Anaheim"/>
      <p:regular r:id="rId51"/>
      <p:bold r:id="rId52"/>
    </p:embeddedFont>
    <p:embeddedFont>
      <p:font typeface="Bebas Neue"/>
      <p:regular r:id="rId53"/>
    </p:embeddedFont>
    <p:embeddedFont>
      <p:font typeface="Maven Pro"/>
      <p:regular r:id="rId54"/>
      <p:bold r:id="rId55"/>
    </p:embeddedFont>
    <p:embeddedFont>
      <p:font typeface="Maven Pro Medium"/>
      <p:regular r:id="rId56"/>
      <p:bold r:id="rId57"/>
    </p:embeddedFont>
    <p:embeddedFont>
      <p:font typeface="PT Sans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1DABF8-7924-4772-9173-371E846F10E3}">
  <a:tblStyle styleId="{D31DABF8-7924-4772-9173-371E846F10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Raleway-bold.fntdata"/><Relationship Id="rId43" Type="http://schemas.openxmlformats.org/officeDocument/2006/relationships/font" Target="fonts/Raleway-regular.fntdata"/><Relationship Id="rId46" Type="http://schemas.openxmlformats.org/officeDocument/2006/relationships/font" Target="fonts/Raleway-boldItalic.fntdata"/><Relationship Id="rId45" Type="http://schemas.openxmlformats.org/officeDocument/2006/relationships/font" Target="fonts/Raleway-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Roboto-bold.fntdata"/><Relationship Id="rId47" Type="http://schemas.openxmlformats.org/officeDocument/2006/relationships/font" Target="fonts/Roboto-regular.fntdata"/><Relationship Id="rId49" Type="http://schemas.openxmlformats.org/officeDocument/2006/relationships/font" Target="fonts/Robot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schemas.openxmlformats.org/officeDocument/2006/relationships/font" Target="fonts/PTSans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PTSans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Anaheim-regular.fntdata"/><Relationship Id="rId50" Type="http://schemas.openxmlformats.org/officeDocument/2006/relationships/font" Target="fonts/Roboto-boldItalic.fntdata"/><Relationship Id="rId53" Type="http://schemas.openxmlformats.org/officeDocument/2006/relationships/font" Target="fonts/BebasNeue-regular.fntdata"/><Relationship Id="rId52" Type="http://schemas.openxmlformats.org/officeDocument/2006/relationships/font" Target="fonts/Anaheim-bold.fntdata"/><Relationship Id="rId11" Type="http://schemas.openxmlformats.org/officeDocument/2006/relationships/slide" Target="slides/slide5.xml"/><Relationship Id="rId55" Type="http://schemas.openxmlformats.org/officeDocument/2006/relationships/font" Target="fonts/MavenPro-bold.fntdata"/><Relationship Id="rId10" Type="http://schemas.openxmlformats.org/officeDocument/2006/relationships/slide" Target="slides/slide4.xml"/><Relationship Id="rId54" Type="http://schemas.openxmlformats.org/officeDocument/2006/relationships/font" Target="fonts/MavenPro-regular.fntdata"/><Relationship Id="rId13" Type="http://schemas.openxmlformats.org/officeDocument/2006/relationships/slide" Target="slides/slide7.xml"/><Relationship Id="rId57" Type="http://schemas.openxmlformats.org/officeDocument/2006/relationships/font" Target="fonts/MavenProMedium-bold.fntdata"/><Relationship Id="rId12" Type="http://schemas.openxmlformats.org/officeDocument/2006/relationships/slide" Target="slides/slide6.xml"/><Relationship Id="rId56" Type="http://schemas.openxmlformats.org/officeDocument/2006/relationships/font" Target="fonts/MavenProMedium-regular.fntdata"/><Relationship Id="rId15" Type="http://schemas.openxmlformats.org/officeDocument/2006/relationships/slide" Target="slides/slide9.xml"/><Relationship Id="rId59" Type="http://schemas.openxmlformats.org/officeDocument/2006/relationships/font" Target="fonts/PTSans-bold.fntdata"/><Relationship Id="rId14" Type="http://schemas.openxmlformats.org/officeDocument/2006/relationships/slide" Target="slides/slide8.xml"/><Relationship Id="rId58" Type="http://schemas.openxmlformats.org/officeDocument/2006/relationships/font" Target="fonts/PTSans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1eff123ea5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1eff123ea5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1eff123ea5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1eff123ea5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1eff123ea5_0_1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1eff123ea5_0_1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3c9fa7268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3c9fa7268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1eff123ea5_0_1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1eff123ea5_0_1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1eff123ea5_0_1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1eff123ea5_0_1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3c9fa7268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3c9fa7268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1eff123ea5_0_1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1eff123ea5_0_1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329106e7c1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329106e7c1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3c9fa7268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3c9fa7268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329106e7c1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329106e7c1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1eff123ea5_0_1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1eff123ea5_0_1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329106e7c1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329106e7c1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329106e7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329106e7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329106e7c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329106e7c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329106e7c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329106e7c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329106e7c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329106e7c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329106e7c1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329106e7c1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1eff123ea5_0_1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1eff123ea5_0_1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1eff123ea5_0_1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1eff123ea5_0_1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1eff123ea5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1eff123ea5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1eff123ea5_0_1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1eff123ea5_0_1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329106e7c1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329106e7c1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329106e7c1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329106e7c1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329106e7c1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3329106e7c1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329106e7c1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329106e7c1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329106e7c1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3329106e7c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329106e7c1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3329106e7c1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329106e7c1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329106e7c1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329106e7c1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329106e7c1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329106e7c1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3329106e7c1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329106e7c1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329106e7c1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329106e7c1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329106e7c1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1c935364a2_3_1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31c935364a2_3_1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329106e7c1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329106e7c1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Relationship Id="rId4" Type="http://schemas.openxmlformats.org/officeDocument/2006/relationships/hyperlink" Target="https://bit.ly/3A1uf1Q" TargetMode="External"/><Relationship Id="rId5" Type="http://schemas.openxmlformats.org/officeDocument/2006/relationships/hyperlink" Target="http://bit.ly/2TyoMsr" TargetMode="External"/><Relationship Id="rId6" Type="http://schemas.openxmlformats.org/officeDocument/2006/relationships/hyperlink" Target="http://bit.ly/2TtBDfr" TargetMode="Externa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.png"/><Relationship Id="rId4" Type="http://schemas.openxmlformats.org/officeDocument/2006/relationships/hyperlink" Target="https://bit.ly/3A1uf1Q" TargetMode="External"/><Relationship Id="rId5" Type="http://schemas.openxmlformats.org/officeDocument/2006/relationships/hyperlink" Target="http://bit.ly/2TyoMsr" TargetMode="External"/><Relationship Id="rId6" Type="http://schemas.openxmlformats.org/officeDocument/2006/relationships/hyperlink" Target="http://bit.ly/2TtBDfr" TargetMode="Externa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778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355975" y="2187950"/>
            <a:ext cx="5074800" cy="181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355975" y="4117425"/>
            <a:ext cx="34533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69474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470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1229400" y="2425500"/>
            <a:ext cx="33426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1229400" y="1334400"/>
            <a:ext cx="1095900" cy="1091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720000" y="1126075"/>
            <a:ext cx="77040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9475" y="-50900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5055305" y="37714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583320" y="37714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" name="Google Shape;29;p5"/>
          <p:cNvSpPr txBox="1"/>
          <p:nvPr>
            <p:ph idx="3" type="subTitle"/>
          </p:nvPr>
        </p:nvSpPr>
        <p:spPr>
          <a:xfrm>
            <a:off x="5055296" y="31987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5"/>
          <p:cNvSpPr txBox="1"/>
          <p:nvPr>
            <p:ph idx="4" type="subTitle"/>
          </p:nvPr>
        </p:nvSpPr>
        <p:spPr>
          <a:xfrm>
            <a:off x="1583095" y="31987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" y="-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313475" y="1967100"/>
            <a:ext cx="4517100" cy="18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778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8"/>
          <p:cNvSpPr txBox="1"/>
          <p:nvPr>
            <p:ph type="title"/>
          </p:nvPr>
        </p:nvSpPr>
        <p:spPr>
          <a:xfrm>
            <a:off x="4252200" y="2077875"/>
            <a:ext cx="3887100" cy="21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9"/>
          <p:cNvSpPr txBox="1"/>
          <p:nvPr>
            <p:ph type="title"/>
          </p:nvPr>
        </p:nvSpPr>
        <p:spPr>
          <a:xfrm>
            <a:off x="3667825" y="1604325"/>
            <a:ext cx="4377600" cy="11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" type="subTitle"/>
          </p:nvPr>
        </p:nvSpPr>
        <p:spPr>
          <a:xfrm>
            <a:off x="3667825" y="2794875"/>
            <a:ext cx="4377600" cy="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/>
          <p:nvPr>
            <p:ph type="title"/>
          </p:nvPr>
        </p:nvSpPr>
        <p:spPr>
          <a:xfrm>
            <a:off x="1275150" y="3885075"/>
            <a:ext cx="6593700" cy="4857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69474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770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713225" y="2318000"/>
            <a:ext cx="4740000" cy="10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subTitle"/>
          </p:nvPr>
        </p:nvSpPr>
        <p:spPr>
          <a:xfrm>
            <a:off x="713225" y="3484175"/>
            <a:ext cx="2541900" cy="7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5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9475" y="-50900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hasCustomPrompt="1" idx="2" type="title"/>
          </p:nvPr>
        </p:nvSpPr>
        <p:spPr>
          <a:xfrm>
            <a:off x="720000" y="183667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hasCustomPrompt="1" idx="3" type="title"/>
          </p:nvPr>
        </p:nvSpPr>
        <p:spPr>
          <a:xfrm>
            <a:off x="720000" y="325364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hasCustomPrompt="1" idx="4" type="title"/>
          </p:nvPr>
        </p:nvSpPr>
        <p:spPr>
          <a:xfrm>
            <a:off x="3419246" y="183667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hasCustomPrompt="1" idx="5" type="title"/>
          </p:nvPr>
        </p:nvSpPr>
        <p:spPr>
          <a:xfrm>
            <a:off x="3419246" y="325364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/>
          <p:nvPr>
            <p:ph hasCustomPrompt="1" idx="6" type="title"/>
          </p:nvPr>
        </p:nvSpPr>
        <p:spPr>
          <a:xfrm>
            <a:off x="6118500" y="183667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hasCustomPrompt="1" idx="7" type="title"/>
          </p:nvPr>
        </p:nvSpPr>
        <p:spPr>
          <a:xfrm>
            <a:off x="6118499" y="325364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720000" y="2278462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8" type="subTitle"/>
          </p:nvPr>
        </p:nvSpPr>
        <p:spPr>
          <a:xfrm>
            <a:off x="3419246" y="2278462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9" type="subTitle"/>
          </p:nvPr>
        </p:nvSpPr>
        <p:spPr>
          <a:xfrm>
            <a:off x="6118499" y="2278462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3" type="subTitle"/>
          </p:nvPr>
        </p:nvSpPr>
        <p:spPr>
          <a:xfrm>
            <a:off x="720000" y="3570400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4" type="subTitle"/>
          </p:nvPr>
        </p:nvSpPr>
        <p:spPr>
          <a:xfrm>
            <a:off x="3419246" y="3570400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3" name="Google Shape;73;p13"/>
          <p:cNvSpPr txBox="1"/>
          <p:nvPr>
            <p:ph idx="15" type="subTitle"/>
          </p:nvPr>
        </p:nvSpPr>
        <p:spPr>
          <a:xfrm>
            <a:off x="6118499" y="3570400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>
            <p:ph type="title"/>
          </p:nvPr>
        </p:nvSpPr>
        <p:spPr>
          <a:xfrm>
            <a:off x="3178375" y="3315775"/>
            <a:ext cx="5252400" cy="5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8" name="Google Shape;78;p14"/>
          <p:cNvSpPr txBox="1"/>
          <p:nvPr>
            <p:ph idx="1" type="subTitle"/>
          </p:nvPr>
        </p:nvSpPr>
        <p:spPr>
          <a:xfrm>
            <a:off x="3178375" y="1295225"/>
            <a:ext cx="5252400" cy="202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4775" y="-41275"/>
            <a:ext cx="9217377" cy="518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59835" y="-50174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>
            <p:ph type="title"/>
          </p:nvPr>
        </p:nvSpPr>
        <p:spPr>
          <a:xfrm>
            <a:off x="4534800" y="2425500"/>
            <a:ext cx="33426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3" name="Google Shape;83;p15"/>
          <p:cNvSpPr txBox="1"/>
          <p:nvPr>
            <p:ph hasCustomPrompt="1" idx="2" type="title"/>
          </p:nvPr>
        </p:nvSpPr>
        <p:spPr>
          <a:xfrm>
            <a:off x="6455400" y="1334400"/>
            <a:ext cx="1422000" cy="1091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" y="-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928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79111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69475" y="-50900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68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>
            <p:ph type="title"/>
          </p:nvPr>
        </p:nvSpPr>
        <p:spPr>
          <a:xfrm>
            <a:off x="4898550" y="1139850"/>
            <a:ext cx="2961000" cy="192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" type="subTitle"/>
          </p:nvPr>
        </p:nvSpPr>
        <p:spPr>
          <a:xfrm>
            <a:off x="4898550" y="3068250"/>
            <a:ext cx="2961000" cy="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18"/>
          <p:cNvSpPr/>
          <p:nvPr>
            <p:ph idx="2" type="pic"/>
          </p:nvPr>
        </p:nvSpPr>
        <p:spPr>
          <a:xfrm>
            <a:off x="1284450" y="533863"/>
            <a:ext cx="2910000" cy="4075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>
            <p:ph type="title"/>
          </p:nvPr>
        </p:nvSpPr>
        <p:spPr>
          <a:xfrm>
            <a:off x="2796450" y="2875325"/>
            <a:ext cx="3551100" cy="76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" type="subTitle"/>
          </p:nvPr>
        </p:nvSpPr>
        <p:spPr>
          <a:xfrm>
            <a:off x="2796450" y="3637325"/>
            <a:ext cx="3551100" cy="7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778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>
            <p:ph type="title"/>
          </p:nvPr>
        </p:nvSpPr>
        <p:spPr>
          <a:xfrm>
            <a:off x="1227335" y="1857475"/>
            <a:ext cx="3457200" cy="7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" type="subTitle"/>
          </p:nvPr>
        </p:nvSpPr>
        <p:spPr>
          <a:xfrm>
            <a:off x="1227335" y="2569925"/>
            <a:ext cx="34572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928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>
            <p:ph type="title"/>
          </p:nvPr>
        </p:nvSpPr>
        <p:spPr>
          <a:xfrm>
            <a:off x="2372550" y="569300"/>
            <a:ext cx="4398900" cy="6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2372550" y="1179025"/>
            <a:ext cx="43989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928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720000" y="1063350"/>
            <a:ext cx="7704000" cy="1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TITLE_AND_BODY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00376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19661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720000" y="1063351"/>
            <a:ext cx="7704000" cy="22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5012625" y="2237900"/>
            <a:ext cx="2460900" cy="17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" name="Google Shape;128;p24"/>
          <p:cNvSpPr txBox="1"/>
          <p:nvPr>
            <p:ph idx="2" type="subTitle"/>
          </p:nvPr>
        </p:nvSpPr>
        <p:spPr>
          <a:xfrm>
            <a:off x="1670450" y="2237900"/>
            <a:ext cx="2460900" cy="17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3" type="subTitle"/>
          </p:nvPr>
        </p:nvSpPr>
        <p:spPr>
          <a:xfrm>
            <a:off x="1670451" y="1679000"/>
            <a:ext cx="2460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0" name="Google Shape;130;p24"/>
          <p:cNvSpPr txBox="1"/>
          <p:nvPr>
            <p:ph idx="4" type="subTitle"/>
          </p:nvPr>
        </p:nvSpPr>
        <p:spPr>
          <a:xfrm>
            <a:off x="5012650" y="1679000"/>
            <a:ext cx="2460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928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119661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idx="1" type="subTitle"/>
          </p:nvPr>
        </p:nvSpPr>
        <p:spPr>
          <a:xfrm>
            <a:off x="720000" y="3042943"/>
            <a:ext cx="5173200" cy="126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idx="2" type="subTitle"/>
          </p:nvPr>
        </p:nvSpPr>
        <p:spPr>
          <a:xfrm>
            <a:off x="720000" y="1582600"/>
            <a:ext cx="5173200" cy="126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9280" y="-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1" name="Google Shape;141;p26"/>
          <p:cNvSpPr txBox="1"/>
          <p:nvPr>
            <p:ph idx="1" type="subTitle"/>
          </p:nvPr>
        </p:nvSpPr>
        <p:spPr>
          <a:xfrm>
            <a:off x="937625" y="2241340"/>
            <a:ext cx="21753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2" name="Google Shape;142;p26"/>
          <p:cNvSpPr txBox="1"/>
          <p:nvPr>
            <p:ph idx="2" type="subTitle"/>
          </p:nvPr>
        </p:nvSpPr>
        <p:spPr>
          <a:xfrm>
            <a:off x="3484347" y="2241340"/>
            <a:ext cx="21753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3" name="Google Shape;143;p26"/>
          <p:cNvSpPr txBox="1"/>
          <p:nvPr>
            <p:ph idx="3" type="subTitle"/>
          </p:nvPr>
        </p:nvSpPr>
        <p:spPr>
          <a:xfrm>
            <a:off x="6031075" y="2241340"/>
            <a:ext cx="21753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4" name="Google Shape;144;p26"/>
          <p:cNvSpPr txBox="1"/>
          <p:nvPr>
            <p:ph idx="4" type="subTitle"/>
          </p:nvPr>
        </p:nvSpPr>
        <p:spPr>
          <a:xfrm>
            <a:off x="937625" y="1772135"/>
            <a:ext cx="2175300" cy="46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9pPr>
          </a:lstStyle>
          <a:p/>
        </p:txBody>
      </p:sp>
      <p:sp>
        <p:nvSpPr>
          <p:cNvPr id="145" name="Google Shape;145;p26"/>
          <p:cNvSpPr txBox="1"/>
          <p:nvPr>
            <p:ph idx="5" type="subTitle"/>
          </p:nvPr>
        </p:nvSpPr>
        <p:spPr>
          <a:xfrm>
            <a:off x="3484350" y="1772135"/>
            <a:ext cx="2175300" cy="46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9pPr>
          </a:lstStyle>
          <a:p/>
        </p:txBody>
      </p:sp>
      <p:sp>
        <p:nvSpPr>
          <p:cNvPr id="146" name="Google Shape;146;p26"/>
          <p:cNvSpPr txBox="1"/>
          <p:nvPr>
            <p:ph idx="6" type="subTitle"/>
          </p:nvPr>
        </p:nvSpPr>
        <p:spPr>
          <a:xfrm>
            <a:off x="6031075" y="1772135"/>
            <a:ext cx="2175300" cy="46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1" name="Google Shape;151;p27"/>
          <p:cNvSpPr txBox="1"/>
          <p:nvPr>
            <p:ph idx="1" type="subTitle"/>
          </p:nvPr>
        </p:nvSpPr>
        <p:spPr>
          <a:xfrm>
            <a:off x="1401224" y="182510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2" name="Google Shape;152;p27"/>
          <p:cNvSpPr txBox="1"/>
          <p:nvPr>
            <p:ph idx="2" type="subTitle"/>
          </p:nvPr>
        </p:nvSpPr>
        <p:spPr>
          <a:xfrm>
            <a:off x="4931776" y="182510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3" name="Google Shape;153;p27"/>
          <p:cNvSpPr txBox="1"/>
          <p:nvPr>
            <p:ph idx="3" type="subTitle"/>
          </p:nvPr>
        </p:nvSpPr>
        <p:spPr>
          <a:xfrm>
            <a:off x="1401224" y="348567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4" name="Google Shape;154;p27"/>
          <p:cNvSpPr txBox="1"/>
          <p:nvPr>
            <p:ph idx="4" type="subTitle"/>
          </p:nvPr>
        </p:nvSpPr>
        <p:spPr>
          <a:xfrm>
            <a:off x="4931763" y="348567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27"/>
          <p:cNvSpPr txBox="1"/>
          <p:nvPr>
            <p:ph idx="5" type="subTitle"/>
          </p:nvPr>
        </p:nvSpPr>
        <p:spPr>
          <a:xfrm>
            <a:off x="1401225" y="1379275"/>
            <a:ext cx="28110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6" name="Google Shape;156;p27"/>
          <p:cNvSpPr txBox="1"/>
          <p:nvPr>
            <p:ph idx="6" type="subTitle"/>
          </p:nvPr>
        </p:nvSpPr>
        <p:spPr>
          <a:xfrm>
            <a:off x="1401225" y="3040000"/>
            <a:ext cx="28110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7" name="Google Shape;157;p27"/>
          <p:cNvSpPr txBox="1"/>
          <p:nvPr>
            <p:ph idx="7" type="subTitle"/>
          </p:nvPr>
        </p:nvSpPr>
        <p:spPr>
          <a:xfrm>
            <a:off x="4931750" y="1379275"/>
            <a:ext cx="28110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8" name="Google Shape;158;p27"/>
          <p:cNvSpPr txBox="1"/>
          <p:nvPr>
            <p:ph idx="8" type="subTitle"/>
          </p:nvPr>
        </p:nvSpPr>
        <p:spPr>
          <a:xfrm>
            <a:off x="4931738" y="3040000"/>
            <a:ext cx="28110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7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-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3" name="Google Shape;163;p28"/>
          <p:cNvSpPr txBox="1"/>
          <p:nvPr>
            <p:ph idx="1" type="subTitle"/>
          </p:nvPr>
        </p:nvSpPr>
        <p:spPr>
          <a:xfrm>
            <a:off x="948600" y="1818104"/>
            <a:ext cx="1986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4" name="Google Shape;164;p28"/>
          <p:cNvSpPr txBox="1"/>
          <p:nvPr>
            <p:ph idx="2" type="subTitle"/>
          </p:nvPr>
        </p:nvSpPr>
        <p:spPr>
          <a:xfrm>
            <a:off x="3579002" y="1818104"/>
            <a:ext cx="1986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5" name="Google Shape;165;p28"/>
          <p:cNvSpPr txBox="1"/>
          <p:nvPr>
            <p:ph idx="3" type="subTitle"/>
          </p:nvPr>
        </p:nvSpPr>
        <p:spPr>
          <a:xfrm>
            <a:off x="2263800" y="3489811"/>
            <a:ext cx="1986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28"/>
          <p:cNvSpPr txBox="1"/>
          <p:nvPr>
            <p:ph idx="4" type="subTitle"/>
          </p:nvPr>
        </p:nvSpPr>
        <p:spPr>
          <a:xfrm>
            <a:off x="4894200" y="3489811"/>
            <a:ext cx="1986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7" name="Google Shape;167;p28"/>
          <p:cNvSpPr txBox="1"/>
          <p:nvPr>
            <p:ph idx="5" type="subTitle"/>
          </p:nvPr>
        </p:nvSpPr>
        <p:spPr>
          <a:xfrm>
            <a:off x="6209400" y="1818104"/>
            <a:ext cx="1986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8" name="Google Shape;168;p28"/>
          <p:cNvSpPr txBox="1"/>
          <p:nvPr>
            <p:ph idx="6" type="subTitle"/>
          </p:nvPr>
        </p:nvSpPr>
        <p:spPr>
          <a:xfrm>
            <a:off x="948600" y="1399686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9" name="Google Shape;169;p28"/>
          <p:cNvSpPr txBox="1"/>
          <p:nvPr>
            <p:ph idx="7" type="subTitle"/>
          </p:nvPr>
        </p:nvSpPr>
        <p:spPr>
          <a:xfrm>
            <a:off x="3579002" y="1399686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0" name="Google Shape;170;p28"/>
          <p:cNvSpPr txBox="1"/>
          <p:nvPr>
            <p:ph idx="8" type="subTitle"/>
          </p:nvPr>
        </p:nvSpPr>
        <p:spPr>
          <a:xfrm>
            <a:off x="6209400" y="1399686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1" name="Google Shape;171;p28"/>
          <p:cNvSpPr txBox="1"/>
          <p:nvPr>
            <p:ph idx="9" type="subTitle"/>
          </p:nvPr>
        </p:nvSpPr>
        <p:spPr>
          <a:xfrm>
            <a:off x="2263800" y="3072975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2" name="Google Shape;172;p28"/>
          <p:cNvSpPr txBox="1"/>
          <p:nvPr>
            <p:ph idx="13" type="subTitle"/>
          </p:nvPr>
        </p:nvSpPr>
        <p:spPr>
          <a:xfrm>
            <a:off x="4894202" y="3072975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69474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59770" y="-50174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7" name="Google Shape;177;p29"/>
          <p:cNvSpPr txBox="1"/>
          <p:nvPr>
            <p:ph idx="1" type="subTitle"/>
          </p:nvPr>
        </p:nvSpPr>
        <p:spPr>
          <a:xfrm>
            <a:off x="948600" y="1822567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29"/>
          <p:cNvSpPr txBox="1"/>
          <p:nvPr>
            <p:ph idx="2" type="subTitle"/>
          </p:nvPr>
        </p:nvSpPr>
        <p:spPr>
          <a:xfrm>
            <a:off x="3579001" y="1822567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9" name="Google Shape;179;p29"/>
          <p:cNvSpPr txBox="1"/>
          <p:nvPr>
            <p:ph idx="3" type="subTitle"/>
          </p:nvPr>
        </p:nvSpPr>
        <p:spPr>
          <a:xfrm>
            <a:off x="948600" y="3481204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4" type="subTitle"/>
          </p:nvPr>
        </p:nvSpPr>
        <p:spPr>
          <a:xfrm>
            <a:off x="3579000" y="3481204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idx="5" type="subTitle"/>
          </p:nvPr>
        </p:nvSpPr>
        <p:spPr>
          <a:xfrm>
            <a:off x="6209399" y="1822567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6" type="subTitle"/>
          </p:nvPr>
        </p:nvSpPr>
        <p:spPr>
          <a:xfrm>
            <a:off x="6209399" y="3481204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3" name="Google Shape;183;p29"/>
          <p:cNvSpPr txBox="1"/>
          <p:nvPr>
            <p:ph idx="7" type="subTitle"/>
          </p:nvPr>
        </p:nvSpPr>
        <p:spPr>
          <a:xfrm>
            <a:off x="948600" y="1369372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4" name="Google Shape;184;p29"/>
          <p:cNvSpPr txBox="1"/>
          <p:nvPr>
            <p:ph idx="8" type="subTitle"/>
          </p:nvPr>
        </p:nvSpPr>
        <p:spPr>
          <a:xfrm>
            <a:off x="3579002" y="1369372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5" name="Google Shape;185;p29"/>
          <p:cNvSpPr txBox="1"/>
          <p:nvPr>
            <p:ph idx="9" type="subTitle"/>
          </p:nvPr>
        </p:nvSpPr>
        <p:spPr>
          <a:xfrm>
            <a:off x="6209400" y="1369372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6" name="Google Shape;186;p29"/>
          <p:cNvSpPr txBox="1"/>
          <p:nvPr>
            <p:ph idx="13" type="subTitle"/>
          </p:nvPr>
        </p:nvSpPr>
        <p:spPr>
          <a:xfrm>
            <a:off x="948600" y="3024894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7" name="Google Shape;187;p29"/>
          <p:cNvSpPr txBox="1"/>
          <p:nvPr>
            <p:ph idx="14" type="subTitle"/>
          </p:nvPr>
        </p:nvSpPr>
        <p:spPr>
          <a:xfrm>
            <a:off x="3579002" y="3024894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8" name="Google Shape;188;p29"/>
          <p:cNvSpPr txBox="1"/>
          <p:nvPr>
            <p:ph idx="15" type="subTitle"/>
          </p:nvPr>
        </p:nvSpPr>
        <p:spPr>
          <a:xfrm>
            <a:off x="6209400" y="3024894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9475" y="-50900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0"/>
          <p:cNvSpPr txBox="1"/>
          <p:nvPr>
            <p:ph hasCustomPrompt="1" type="title"/>
          </p:nvPr>
        </p:nvSpPr>
        <p:spPr>
          <a:xfrm>
            <a:off x="784200" y="656501"/>
            <a:ext cx="4366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30"/>
          <p:cNvSpPr txBox="1"/>
          <p:nvPr>
            <p:ph idx="1" type="subTitle"/>
          </p:nvPr>
        </p:nvSpPr>
        <p:spPr>
          <a:xfrm>
            <a:off x="784200" y="1316267"/>
            <a:ext cx="43665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94" name="Google Shape;194;p30"/>
          <p:cNvSpPr txBox="1"/>
          <p:nvPr>
            <p:ph hasCustomPrompt="1" idx="2" type="title"/>
          </p:nvPr>
        </p:nvSpPr>
        <p:spPr>
          <a:xfrm>
            <a:off x="784200" y="2008762"/>
            <a:ext cx="4366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30"/>
          <p:cNvSpPr txBox="1"/>
          <p:nvPr>
            <p:ph idx="3" type="subTitle"/>
          </p:nvPr>
        </p:nvSpPr>
        <p:spPr>
          <a:xfrm>
            <a:off x="784200" y="2668533"/>
            <a:ext cx="43665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96" name="Google Shape;196;p30"/>
          <p:cNvSpPr txBox="1"/>
          <p:nvPr>
            <p:ph hasCustomPrompt="1" idx="4" type="title"/>
          </p:nvPr>
        </p:nvSpPr>
        <p:spPr>
          <a:xfrm>
            <a:off x="784200" y="3361023"/>
            <a:ext cx="4366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7" name="Google Shape;197;p30"/>
          <p:cNvSpPr txBox="1"/>
          <p:nvPr>
            <p:ph idx="5" type="subTitle"/>
          </p:nvPr>
        </p:nvSpPr>
        <p:spPr>
          <a:xfrm>
            <a:off x="784200" y="4020799"/>
            <a:ext cx="43665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1"/>
          <p:cNvSpPr txBox="1"/>
          <p:nvPr>
            <p:ph type="title"/>
          </p:nvPr>
        </p:nvSpPr>
        <p:spPr>
          <a:xfrm>
            <a:off x="2347969" y="758175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2" name="Google Shape;202;p31"/>
          <p:cNvSpPr txBox="1"/>
          <p:nvPr>
            <p:ph idx="1" type="subTitle"/>
          </p:nvPr>
        </p:nvSpPr>
        <p:spPr>
          <a:xfrm>
            <a:off x="2347931" y="17610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3" name="Google Shape;203;p31"/>
          <p:cNvSpPr txBox="1"/>
          <p:nvPr/>
        </p:nvSpPr>
        <p:spPr>
          <a:xfrm>
            <a:off x="2347931" y="2819750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endParaRPr b="1" sz="1000" u="sng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778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778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5"/>
          <p:cNvSpPr txBox="1"/>
          <p:nvPr>
            <p:ph type="ctrTitle"/>
          </p:nvPr>
        </p:nvSpPr>
        <p:spPr>
          <a:xfrm>
            <a:off x="3355975" y="2187950"/>
            <a:ext cx="5074800" cy="181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17" name="Google Shape;217;p35"/>
          <p:cNvSpPr txBox="1"/>
          <p:nvPr>
            <p:ph idx="1" type="subTitle"/>
          </p:nvPr>
        </p:nvSpPr>
        <p:spPr>
          <a:xfrm>
            <a:off x="3355975" y="4117425"/>
            <a:ext cx="34533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69474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470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6"/>
          <p:cNvSpPr txBox="1"/>
          <p:nvPr>
            <p:ph type="title"/>
          </p:nvPr>
        </p:nvSpPr>
        <p:spPr>
          <a:xfrm>
            <a:off x="1229400" y="2425500"/>
            <a:ext cx="33426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2" name="Google Shape;222;p36"/>
          <p:cNvSpPr txBox="1"/>
          <p:nvPr>
            <p:ph hasCustomPrompt="1" idx="2" type="title"/>
          </p:nvPr>
        </p:nvSpPr>
        <p:spPr>
          <a:xfrm>
            <a:off x="1229400" y="1334400"/>
            <a:ext cx="1095900" cy="1091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7" name="Google Shape;227;p37"/>
          <p:cNvSpPr txBox="1"/>
          <p:nvPr>
            <p:ph idx="1" type="body"/>
          </p:nvPr>
        </p:nvSpPr>
        <p:spPr>
          <a:xfrm>
            <a:off x="720000" y="1126075"/>
            <a:ext cx="77040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9475" y="-50900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2" name="Google Shape;232;p38"/>
          <p:cNvSpPr txBox="1"/>
          <p:nvPr>
            <p:ph idx="1" type="subTitle"/>
          </p:nvPr>
        </p:nvSpPr>
        <p:spPr>
          <a:xfrm>
            <a:off x="5055305" y="37714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3" name="Google Shape;233;p38"/>
          <p:cNvSpPr txBox="1"/>
          <p:nvPr>
            <p:ph idx="2" type="subTitle"/>
          </p:nvPr>
        </p:nvSpPr>
        <p:spPr>
          <a:xfrm>
            <a:off x="1583320" y="37714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4" name="Google Shape;234;p38"/>
          <p:cNvSpPr txBox="1"/>
          <p:nvPr>
            <p:ph idx="3" type="subTitle"/>
          </p:nvPr>
        </p:nvSpPr>
        <p:spPr>
          <a:xfrm>
            <a:off x="5055296" y="31987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5" name="Google Shape;235;p38"/>
          <p:cNvSpPr txBox="1"/>
          <p:nvPr>
            <p:ph idx="4" type="subTitle"/>
          </p:nvPr>
        </p:nvSpPr>
        <p:spPr>
          <a:xfrm>
            <a:off x="1583095" y="31987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" y="-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0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4" name="Google Shape;244;p40"/>
          <p:cNvSpPr txBox="1"/>
          <p:nvPr>
            <p:ph idx="1" type="subTitle"/>
          </p:nvPr>
        </p:nvSpPr>
        <p:spPr>
          <a:xfrm>
            <a:off x="2313475" y="1967100"/>
            <a:ext cx="4517100" cy="18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778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1"/>
          <p:cNvSpPr txBox="1"/>
          <p:nvPr>
            <p:ph type="title"/>
          </p:nvPr>
        </p:nvSpPr>
        <p:spPr>
          <a:xfrm>
            <a:off x="4252200" y="2077875"/>
            <a:ext cx="3887100" cy="21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2"/>
          <p:cNvSpPr txBox="1"/>
          <p:nvPr>
            <p:ph type="title"/>
          </p:nvPr>
        </p:nvSpPr>
        <p:spPr>
          <a:xfrm>
            <a:off x="3667825" y="1604325"/>
            <a:ext cx="4377600" cy="11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3" name="Google Shape;253;p42"/>
          <p:cNvSpPr txBox="1"/>
          <p:nvPr>
            <p:ph idx="1" type="subTitle"/>
          </p:nvPr>
        </p:nvSpPr>
        <p:spPr>
          <a:xfrm>
            <a:off x="3667825" y="2794875"/>
            <a:ext cx="4377600" cy="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56" name="Google Shape;256;p43"/>
          <p:cNvSpPr txBox="1"/>
          <p:nvPr>
            <p:ph type="title"/>
          </p:nvPr>
        </p:nvSpPr>
        <p:spPr>
          <a:xfrm>
            <a:off x="1275150" y="3885075"/>
            <a:ext cx="6593700" cy="4857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69474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770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4"/>
          <p:cNvSpPr txBox="1"/>
          <p:nvPr>
            <p:ph hasCustomPrompt="1" type="title"/>
          </p:nvPr>
        </p:nvSpPr>
        <p:spPr>
          <a:xfrm>
            <a:off x="713225" y="2318000"/>
            <a:ext cx="4740000" cy="10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1" name="Google Shape;261;p44"/>
          <p:cNvSpPr txBox="1"/>
          <p:nvPr>
            <p:ph idx="1" type="subTitle"/>
          </p:nvPr>
        </p:nvSpPr>
        <p:spPr>
          <a:xfrm>
            <a:off x="713225" y="3484175"/>
            <a:ext cx="2541900" cy="7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5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9475" y="-50900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7" name="Google Shape;267;p46"/>
          <p:cNvSpPr txBox="1"/>
          <p:nvPr>
            <p:ph hasCustomPrompt="1" idx="2" type="title"/>
          </p:nvPr>
        </p:nvSpPr>
        <p:spPr>
          <a:xfrm>
            <a:off x="720000" y="183667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8" name="Google Shape;268;p46"/>
          <p:cNvSpPr txBox="1"/>
          <p:nvPr>
            <p:ph hasCustomPrompt="1" idx="3" type="title"/>
          </p:nvPr>
        </p:nvSpPr>
        <p:spPr>
          <a:xfrm>
            <a:off x="720000" y="325364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9" name="Google Shape;269;p46"/>
          <p:cNvSpPr txBox="1"/>
          <p:nvPr>
            <p:ph hasCustomPrompt="1" idx="4" type="title"/>
          </p:nvPr>
        </p:nvSpPr>
        <p:spPr>
          <a:xfrm>
            <a:off x="3419246" y="183667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0" name="Google Shape;270;p46"/>
          <p:cNvSpPr txBox="1"/>
          <p:nvPr>
            <p:ph hasCustomPrompt="1" idx="5" type="title"/>
          </p:nvPr>
        </p:nvSpPr>
        <p:spPr>
          <a:xfrm>
            <a:off x="3419246" y="325364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1" name="Google Shape;271;p46"/>
          <p:cNvSpPr txBox="1"/>
          <p:nvPr>
            <p:ph hasCustomPrompt="1" idx="6" type="title"/>
          </p:nvPr>
        </p:nvSpPr>
        <p:spPr>
          <a:xfrm>
            <a:off x="6118500" y="183667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2" name="Google Shape;272;p46"/>
          <p:cNvSpPr txBox="1"/>
          <p:nvPr>
            <p:ph hasCustomPrompt="1" idx="7" type="title"/>
          </p:nvPr>
        </p:nvSpPr>
        <p:spPr>
          <a:xfrm>
            <a:off x="6118499" y="325364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3" name="Google Shape;273;p46"/>
          <p:cNvSpPr txBox="1"/>
          <p:nvPr>
            <p:ph idx="1" type="subTitle"/>
          </p:nvPr>
        </p:nvSpPr>
        <p:spPr>
          <a:xfrm>
            <a:off x="720000" y="2278462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4" name="Google Shape;274;p46"/>
          <p:cNvSpPr txBox="1"/>
          <p:nvPr>
            <p:ph idx="8" type="subTitle"/>
          </p:nvPr>
        </p:nvSpPr>
        <p:spPr>
          <a:xfrm>
            <a:off x="3419246" y="2278462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5" name="Google Shape;275;p46"/>
          <p:cNvSpPr txBox="1"/>
          <p:nvPr>
            <p:ph idx="9" type="subTitle"/>
          </p:nvPr>
        </p:nvSpPr>
        <p:spPr>
          <a:xfrm>
            <a:off x="6118499" y="2278462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6" name="Google Shape;276;p46"/>
          <p:cNvSpPr txBox="1"/>
          <p:nvPr>
            <p:ph idx="13" type="subTitle"/>
          </p:nvPr>
        </p:nvSpPr>
        <p:spPr>
          <a:xfrm>
            <a:off x="720000" y="3570400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7" name="Google Shape;277;p46"/>
          <p:cNvSpPr txBox="1"/>
          <p:nvPr>
            <p:ph idx="14" type="subTitle"/>
          </p:nvPr>
        </p:nvSpPr>
        <p:spPr>
          <a:xfrm>
            <a:off x="3419246" y="3570400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8" name="Google Shape;278;p46"/>
          <p:cNvSpPr txBox="1"/>
          <p:nvPr>
            <p:ph idx="15" type="subTitle"/>
          </p:nvPr>
        </p:nvSpPr>
        <p:spPr>
          <a:xfrm>
            <a:off x="6118499" y="3570400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7"/>
          <p:cNvSpPr txBox="1"/>
          <p:nvPr>
            <p:ph type="title"/>
          </p:nvPr>
        </p:nvSpPr>
        <p:spPr>
          <a:xfrm>
            <a:off x="3178375" y="3315775"/>
            <a:ext cx="5252400" cy="5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3" name="Google Shape;283;p47"/>
          <p:cNvSpPr txBox="1"/>
          <p:nvPr>
            <p:ph idx="1" type="subTitle"/>
          </p:nvPr>
        </p:nvSpPr>
        <p:spPr>
          <a:xfrm>
            <a:off x="3178375" y="1295225"/>
            <a:ext cx="5252400" cy="202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4775" y="-41275"/>
            <a:ext cx="9217377" cy="518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59835" y="-50174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8"/>
          <p:cNvSpPr txBox="1"/>
          <p:nvPr>
            <p:ph type="title"/>
          </p:nvPr>
        </p:nvSpPr>
        <p:spPr>
          <a:xfrm>
            <a:off x="4534800" y="2425500"/>
            <a:ext cx="33426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8" name="Google Shape;288;p48"/>
          <p:cNvSpPr txBox="1"/>
          <p:nvPr>
            <p:ph hasCustomPrompt="1" idx="2" type="title"/>
          </p:nvPr>
        </p:nvSpPr>
        <p:spPr>
          <a:xfrm>
            <a:off x="6455400" y="1334400"/>
            <a:ext cx="1422000" cy="1091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" y="-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928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79111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69475" y="-50900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68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51"/>
          <p:cNvSpPr txBox="1"/>
          <p:nvPr>
            <p:ph type="title"/>
          </p:nvPr>
        </p:nvSpPr>
        <p:spPr>
          <a:xfrm>
            <a:off x="4898550" y="1139850"/>
            <a:ext cx="2961000" cy="192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1" name="Google Shape;301;p51"/>
          <p:cNvSpPr txBox="1"/>
          <p:nvPr>
            <p:ph idx="1" type="subTitle"/>
          </p:nvPr>
        </p:nvSpPr>
        <p:spPr>
          <a:xfrm>
            <a:off x="4898550" y="3068250"/>
            <a:ext cx="2961000" cy="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2" name="Google Shape;302;p51"/>
          <p:cNvSpPr/>
          <p:nvPr>
            <p:ph idx="2" type="pic"/>
          </p:nvPr>
        </p:nvSpPr>
        <p:spPr>
          <a:xfrm>
            <a:off x="1284450" y="533863"/>
            <a:ext cx="2910000" cy="4075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52"/>
          <p:cNvSpPr txBox="1"/>
          <p:nvPr>
            <p:ph type="title"/>
          </p:nvPr>
        </p:nvSpPr>
        <p:spPr>
          <a:xfrm>
            <a:off x="2796450" y="2875325"/>
            <a:ext cx="3551100" cy="76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7" name="Google Shape;307;p52"/>
          <p:cNvSpPr txBox="1"/>
          <p:nvPr>
            <p:ph idx="1" type="subTitle"/>
          </p:nvPr>
        </p:nvSpPr>
        <p:spPr>
          <a:xfrm>
            <a:off x="2796450" y="3637325"/>
            <a:ext cx="3551100" cy="7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778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53"/>
          <p:cNvSpPr txBox="1"/>
          <p:nvPr>
            <p:ph type="title"/>
          </p:nvPr>
        </p:nvSpPr>
        <p:spPr>
          <a:xfrm>
            <a:off x="1227335" y="1857475"/>
            <a:ext cx="3457200" cy="7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2" name="Google Shape;312;p53"/>
          <p:cNvSpPr txBox="1"/>
          <p:nvPr>
            <p:ph idx="1" type="subTitle"/>
          </p:nvPr>
        </p:nvSpPr>
        <p:spPr>
          <a:xfrm>
            <a:off x="1227335" y="2569925"/>
            <a:ext cx="34572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928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54"/>
          <p:cNvSpPr txBox="1"/>
          <p:nvPr>
            <p:ph type="title"/>
          </p:nvPr>
        </p:nvSpPr>
        <p:spPr>
          <a:xfrm>
            <a:off x="2372550" y="569300"/>
            <a:ext cx="4398900" cy="6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7" name="Google Shape;317;p54"/>
          <p:cNvSpPr txBox="1"/>
          <p:nvPr>
            <p:ph idx="1" type="subTitle"/>
          </p:nvPr>
        </p:nvSpPr>
        <p:spPr>
          <a:xfrm>
            <a:off x="2372550" y="1179025"/>
            <a:ext cx="43989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928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2" name="Google Shape;322;p55"/>
          <p:cNvSpPr txBox="1"/>
          <p:nvPr>
            <p:ph idx="1" type="body"/>
          </p:nvPr>
        </p:nvSpPr>
        <p:spPr>
          <a:xfrm>
            <a:off x="720000" y="1063350"/>
            <a:ext cx="7704000" cy="1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TITLE_AND_BODY_1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00376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19661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7" name="Google Shape;327;p56"/>
          <p:cNvSpPr txBox="1"/>
          <p:nvPr>
            <p:ph idx="1" type="body"/>
          </p:nvPr>
        </p:nvSpPr>
        <p:spPr>
          <a:xfrm>
            <a:off x="720000" y="1063351"/>
            <a:ext cx="7704000" cy="22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2" name="Google Shape;332;p57"/>
          <p:cNvSpPr txBox="1"/>
          <p:nvPr>
            <p:ph idx="1" type="subTitle"/>
          </p:nvPr>
        </p:nvSpPr>
        <p:spPr>
          <a:xfrm>
            <a:off x="5012625" y="2237900"/>
            <a:ext cx="2460900" cy="17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3" name="Google Shape;333;p57"/>
          <p:cNvSpPr txBox="1"/>
          <p:nvPr>
            <p:ph idx="2" type="subTitle"/>
          </p:nvPr>
        </p:nvSpPr>
        <p:spPr>
          <a:xfrm>
            <a:off x="1670450" y="2237900"/>
            <a:ext cx="2460900" cy="17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4" name="Google Shape;334;p57"/>
          <p:cNvSpPr txBox="1"/>
          <p:nvPr>
            <p:ph idx="3" type="subTitle"/>
          </p:nvPr>
        </p:nvSpPr>
        <p:spPr>
          <a:xfrm>
            <a:off x="1670451" y="1679000"/>
            <a:ext cx="2460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5" name="Google Shape;335;p57"/>
          <p:cNvSpPr txBox="1"/>
          <p:nvPr>
            <p:ph idx="4" type="subTitle"/>
          </p:nvPr>
        </p:nvSpPr>
        <p:spPr>
          <a:xfrm>
            <a:off x="5012650" y="1679000"/>
            <a:ext cx="2460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928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119661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0" name="Google Shape;340;p58"/>
          <p:cNvSpPr txBox="1"/>
          <p:nvPr>
            <p:ph idx="1" type="subTitle"/>
          </p:nvPr>
        </p:nvSpPr>
        <p:spPr>
          <a:xfrm>
            <a:off x="720000" y="3042943"/>
            <a:ext cx="5173200" cy="126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1" name="Google Shape;341;p58"/>
          <p:cNvSpPr txBox="1"/>
          <p:nvPr>
            <p:ph idx="2" type="subTitle"/>
          </p:nvPr>
        </p:nvSpPr>
        <p:spPr>
          <a:xfrm>
            <a:off x="720000" y="1582600"/>
            <a:ext cx="5173200" cy="126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9280" y="-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6" name="Google Shape;346;p59"/>
          <p:cNvSpPr txBox="1"/>
          <p:nvPr>
            <p:ph idx="1" type="subTitle"/>
          </p:nvPr>
        </p:nvSpPr>
        <p:spPr>
          <a:xfrm>
            <a:off x="937625" y="2241340"/>
            <a:ext cx="21753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7" name="Google Shape;347;p59"/>
          <p:cNvSpPr txBox="1"/>
          <p:nvPr>
            <p:ph idx="2" type="subTitle"/>
          </p:nvPr>
        </p:nvSpPr>
        <p:spPr>
          <a:xfrm>
            <a:off x="3484347" y="2241340"/>
            <a:ext cx="21753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8" name="Google Shape;348;p59"/>
          <p:cNvSpPr txBox="1"/>
          <p:nvPr>
            <p:ph idx="3" type="subTitle"/>
          </p:nvPr>
        </p:nvSpPr>
        <p:spPr>
          <a:xfrm>
            <a:off x="6031075" y="2241340"/>
            <a:ext cx="21753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9" name="Google Shape;349;p59"/>
          <p:cNvSpPr txBox="1"/>
          <p:nvPr>
            <p:ph idx="4" type="subTitle"/>
          </p:nvPr>
        </p:nvSpPr>
        <p:spPr>
          <a:xfrm>
            <a:off x="937625" y="1772135"/>
            <a:ext cx="2175300" cy="46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9pPr>
          </a:lstStyle>
          <a:p/>
        </p:txBody>
      </p:sp>
      <p:sp>
        <p:nvSpPr>
          <p:cNvPr id="350" name="Google Shape;350;p59"/>
          <p:cNvSpPr txBox="1"/>
          <p:nvPr>
            <p:ph idx="5" type="subTitle"/>
          </p:nvPr>
        </p:nvSpPr>
        <p:spPr>
          <a:xfrm>
            <a:off x="3484350" y="1772135"/>
            <a:ext cx="2175300" cy="46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9pPr>
          </a:lstStyle>
          <a:p/>
        </p:txBody>
      </p:sp>
      <p:sp>
        <p:nvSpPr>
          <p:cNvPr id="351" name="Google Shape;351;p59"/>
          <p:cNvSpPr txBox="1"/>
          <p:nvPr>
            <p:ph idx="6" type="subTitle"/>
          </p:nvPr>
        </p:nvSpPr>
        <p:spPr>
          <a:xfrm>
            <a:off x="6031075" y="1772135"/>
            <a:ext cx="2175300" cy="46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6" name="Google Shape;356;p60"/>
          <p:cNvSpPr txBox="1"/>
          <p:nvPr>
            <p:ph idx="1" type="subTitle"/>
          </p:nvPr>
        </p:nvSpPr>
        <p:spPr>
          <a:xfrm>
            <a:off x="1401224" y="182510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7" name="Google Shape;357;p60"/>
          <p:cNvSpPr txBox="1"/>
          <p:nvPr>
            <p:ph idx="2" type="subTitle"/>
          </p:nvPr>
        </p:nvSpPr>
        <p:spPr>
          <a:xfrm>
            <a:off x="4931776" y="182510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8" name="Google Shape;358;p60"/>
          <p:cNvSpPr txBox="1"/>
          <p:nvPr>
            <p:ph idx="3" type="subTitle"/>
          </p:nvPr>
        </p:nvSpPr>
        <p:spPr>
          <a:xfrm>
            <a:off x="1401224" y="348567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9" name="Google Shape;359;p60"/>
          <p:cNvSpPr txBox="1"/>
          <p:nvPr>
            <p:ph idx="4" type="subTitle"/>
          </p:nvPr>
        </p:nvSpPr>
        <p:spPr>
          <a:xfrm>
            <a:off x="4931763" y="348567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0" name="Google Shape;360;p60"/>
          <p:cNvSpPr txBox="1"/>
          <p:nvPr>
            <p:ph idx="5" type="subTitle"/>
          </p:nvPr>
        </p:nvSpPr>
        <p:spPr>
          <a:xfrm>
            <a:off x="1401225" y="1379275"/>
            <a:ext cx="28110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1" name="Google Shape;361;p60"/>
          <p:cNvSpPr txBox="1"/>
          <p:nvPr>
            <p:ph idx="6" type="subTitle"/>
          </p:nvPr>
        </p:nvSpPr>
        <p:spPr>
          <a:xfrm>
            <a:off x="1401225" y="3040000"/>
            <a:ext cx="28110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2" name="Google Shape;362;p60"/>
          <p:cNvSpPr txBox="1"/>
          <p:nvPr>
            <p:ph idx="7" type="subTitle"/>
          </p:nvPr>
        </p:nvSpPr>
        <p:spPr>
          <a:xfrm>
            <a:off x="4931750" y="1379275"/>
            <a:ext cx="28110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3" name="Google Shape;363;p60"/>
          <p:cNvSpPr txBox="1"/>
          <p:nvPr>
            <p:ph idx="8" type="subTitle"/>
          </p:nvPr>
        </p:nvSpPr>
        <p:spPr>
          <a:xfrm>
            <a:off x="4931738" y="3040000"/>
            <a:ext cx="28110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7_1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-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6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8" name="Google Shape;368;p61"/>
          <p:cNvSpPr txBox="1"/>
          <p:nvPr>
            <p:ph idx="1" type="subTitle"/>
          </p:nvPr>
        </p:nvSpPr>
        <p:spPr>
          <a:xfrm>
            <a:off x="948600" y="1818104"/>
            <a:ext cx="1986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9" name="Google Shape;369;p61"/>
          <p:cNvSpPr txBox="1"/>
          <p:nvPr>
            <p:ph idx="2" type="subTitle"/>
          </p:nvPr>
        </p:nvSpPr>
        <p:spPr>
          <a:xfrm>
            <a:off x="3579002" y="1818104"/>
            <a:ext cx="1986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0" name="Google Shape;370;p61"/>
          <p:cNvSpPr txBox="1"/>
          <p:nvPr>
            <p:ph idx="3" type="subTitle"/>
          </p:nvPr>
        </p:nvSpPr>
        <p:spPr>
          <a:xfrm>
            <a:off x="2263800" y="3489811"/>
            <a:ext cx="1986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1" name="Google Shape;371;p61"/>
          <p:cNvSpPr txBox="1"/>
          <p:nvPr>
            <p:ph idx="4" type="subTitle"/>
          </p:nvPr>
        </p:nvSpPr>
        <p:spPr>
          <a:xfrm>
            <a:off x="4894200" y="3489811"/>
            <a:ext cx="1986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2" name="Google Shape;372;p61"/>
          <p:cNvSpPr txBox="1"/>
          <p:nvPr>
            <p:ph idx="5" type="subTitle"/>
          </p:nvPr>
        </p:nvSpPr>
        <p:spPr>
          <a:xfrm>
            <a:off x="6209400" y="1818104"/>
            <a:ext cx="1986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3" name="Google Shape;373;p61"/>
          <p:cNvSpPr txBox="1"/>
          <p:nvPr>
            <p:ph idx="6" type="subTitle"/>
          </p:nvPr>
        </p:nvSpPr>
        <p:spPr>
          <a:xfrm>
            <a:off x="948600" y="1399686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4" name="Google Shape;374;p61"/>
          <p:cNvSpPr txBox="1"/>
          <p:nvPr>
            <p:ph idx="7" type="subTitle"/>
          </p:nvPr>
        </p:nvSpPr>
        <p:spPr>
          <a:xfrm>
            <a:off x="3579002" y="1399686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5" name="Google Shape;375;p61"/>
          <p:cNvSpPr txBox="1"/>
          <p:nvPr>
            <p:ph idx="8" type="subTitle"/>
          </p:nvPr>
        </p:nvSpPr>
        <p:spPr>
          <a:xfrm>
            <a:off x="6209400" y="1399686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6" name="Google Shape;376;p61"/>
          <p:cNvSpPr txBox="1"/>
          <p:nvPr>
            <p:ph idx="9" type="subTitle"/>
          </p:nvPr>
        </p:nvSpPr>
        <p:spPr>
          <a:xfrm>
            <a:off x="2263800" y="3072975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7" name="Google Shape;377;p61"/>
          <p:cNvSpPr txBox="1"/>
          <p:nvPr>
            <p:ph idx="13" type="subTitle"/>
          </p:nvPr>
        </p:nvSpPr>
        <p:spPr>
          <a:xfrm>
            <a:off x="4894202" y="3072975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69474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59770" y="-50174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2" name="Google Shape;382;p62"/>
          <p:cNvSpPr txBox="1"/>
          <p:nvPr>
            <p:ph idx="1" type="subTitle"/>
          </p:nvPr>
        </p:nvSpPr>
        <p:spPr>
          <a:xfrm>
            <a:off x="948600" y="1822567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3" name="Google Shape;383;p62"/>
          <p:cNvSpPr txBox="1"/>
          <p:nvPr>
            <p:ph idx="2" type="subTitle"/>
          </p:nvPr>
        </p:nvSpPr>
        <p:spPr>
          <a:xfrm>
            <a:off x="3579001" y="1822567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4" name="Google Shape;384;p62"/>
          <p:cNvSpPr txBox="1"/>
          <p:nvPr>
            <p:ph idx="3" type="subTitle"/>
          </p:nvPr>
        </p:nvSpPr>
        <p:spPr>
          <a:xfrm>
            <a:off x="948600" y="3481204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5" name="Google Shape;385;p62"/>
          <p:cNvSpPr txBox="1"/>
          <p:nvPr>
            <p:ph idx="4" type="subTitle"/>
          </p:nvPr>
        </p:nvSpPr>
        <p:spPr>
          <a:xfrm>
            <a:off x="3579000" y="3481204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6" name="Google Shape;386;p62"/>
          <p:cNvSpPr txBox="1"/>
          <p:nvPr>
            <p:ph idx="5" type="subTitle"/>
          </p:nvPr>
        </p:nvSpPr>
        <p:spPr>
          <a:xfrm>
            <a:off x="6209399" y="1822567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7" name="Google Shape;387;p62"/>
          <p:cNvSpPr txBox="1"/>
          <p:nvPr>
            <p:ph idx="6" type="subTitle"/>
          </p:nvPr>
        </p:nvSpPr>
        <p:spPr>
          <a:xfrm>
            <a:off x="6209399" y="3481204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8" name="Google Shape;388;p62"/>
          <p:cNvSpPr txBox="1"/>
          <p:nvPr>
            <p:ph idx="7" type="subTitle"/>
          </p:nvPr>
        </p:nvSpPr>
        <p:spPr>
          <a:xfrm>
            <a:off x="948600" y="1369372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9" name="Google Shape;389;p62"/>
          <p:cNvSpPr txBox="1"/>
          <p:nvPr>
            <p:ph idx="8" type="subTitle"/>
          </p:nvPr>
        </p:nvSpPr>
        <p:spPr>
          <a:xfrm>
            <a:off x="3579002" y="1369372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62"/>
          <p:cNvSpPr txBox="1"/>
          <p:nvPr>
            <p:ph idx="9" type="subTitle"/>
          </p:nvPr>
        </p:nvSpPr>
        <p:spPr>
          <a:xfrm>
            <a:off x="6209400" y="1369372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62"/>
          <p:cNvSpPr txBox="1"/>
          <p:nvPr>
            <p:ph idx="13" type="subTitle"/>
          </p:nvPr>
        </p:nvSpPr>
        <p:spPr>
          <a:xfrm>
            <a:off x="948600" y="3024894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2" name="Google Shape;392;p62"/>
          <p:cNvSpPr txBox="1"/>
          <p:nvPr>
            <p:ph idx="14" type="subTitle"/>
          </p:nvPr>
        </p:nvSpPr>
        <p:spPr>
          <a:xfrm>
            <a:off x="3579002" y="3024894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3" name="Google Shape;393;p62"/>
          <p:cNvSpPr txBox="1"/>
          <p:nvPr>
            <p:ph idx="15" type="subTitle"/>
          </p:nvPr>
        </p:nvSpPr>
        <p:spPr>
          <a:xfrm>
            <a:off x="6209400" y="3024894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9475" y="-50900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63"/>
          <p:cNvSpPr txBox="1"/>
          <p:nvPr>
            <p:ph hasCustomPrompt="1" type="title"/>
          </p:nvPr>
        </p:nvSpPr>
        <p:spPr>
          <a:xfrm>
            <a:off x="784200" y="656501"/>
            <a:ext cx="4366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8" name="Google Shape;398;p63"/>
          <p:cNvSpPr txBox="1"/>
          <p:nvPr>
            <p:ph idx="1" type="subTitle"/>
          </p:nvPr>
        </p:nvSpPr>
        <p:spPr>
          <a:xfrm>
            <a:off x="784200" y="1316267"/>
            <a:ext cx="43665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99" name="Google Shape;399;p63"/>
          <p:cNvSpPr txBox="1"/>
          <p:nvPr>
            <p:ph hasCustomPrompt="1" idx="2" type="title"/>
          </p:nvPr>
        </p:nvSpPr>
        <p:spPr>
          <a:xfrm>
            <a:off x="784200" y="2008762"/>
            <a:ext cx="4366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0" name="Google Shape;400;p63"/>
          <p:cNvSpPr txBox="1"/>
          <p:nvPr>
            <p:ph idx="3" type="subTitle"/>
          </p:nvPr>
        </p:nvSpPr>
        <p:spPr>
          <a:xfrm>
            <a:off x="784200" y="2668533"/>
            <a:ext cx="43665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01" name="Google Shape;401;p63"/>
          <p:cNvSpPr txBox="1"/>
          <p:nvPr>
            <p:ph hasCustomPrompt="1" idx="4" type="title"/>
          </p:nvPr>
        </p:nvSpPr>
        <p:spPr>
          <a:xfrm>
            <a:off x="784200" y="3361023"/>
            <a:ext cx="4366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2" name="Google Shape;402;p63"/>
          <p:cNvSpPr txBox="1"/>
          <p:nvPr>
            <p:ph idx="5" type="subTitle"/>
          </p:nvPr>
        </p:nvSpPr>
        <p:spPr>
          <a:xfrm>
            <a:off x="784200" y="4020799"/>
            <a:ext cx="43665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64"/>
          <p:cNvSpPr txBox="1"/>
          <p:nvPr>
            <p:ph type="title"/>
          </p:nvPr>
        </p:nvSpPr>
        <p:spPr>
          <a:xfrm>
            <a:off x="2347969" y="758175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7" name="Google Shape;407;p64"/>
          <p:cNvSpPr txBox="1"/>
          <p:nvPr>
            <p:ph idx="1" type="subTitle"/>
          </p:nvPr>
        </p:nvSpPr>
        <p:spPr>
          <a:xfrm>
            <a:off x="2347931" y="17610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8" name="Google Shape;408;p64"/>
          <p:cNvSpPr txBox="1"/>
          <p:nvPr/>
        </p:nvSpPr>
        <p:spPr>
          <a:xfrm>
            <a:off x="2347931" y="2819750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endParaRPr b="1" sz="1000" u="sng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778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54.xml"/><Relationship Id="rId21" Type="http://schemas.openxmlformats.org/officeDocument/2006/relationships/slideLayout" Target="../slideLayouts/slideLayout53.xml"/><Relationship Id="rId24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55.xml"/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26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57.xml"/><Relationship Id="rId28" Type="http://schemas.openxmlformats.org/officeDocument/2006/relationships/slideLayout" Target="../slideLayouts/slideLayout60.xml"/><Relationship Id="rId27" Type="http://schemas.openxmlformats.org/officeDocument/2006/relationships/slideLayout" Target="../slideLayouts/slideLayout59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61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31" Type="http://schemas.openxmlformats.org/officeDocument/2006/relationships/slideLayout" Target="../slideLayouts/slideLayout63.xml"/><Relationship Id="rId3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43.xml"/><Relationship Id="rId33" Type="http://schemas.openxmlformats.org/officeDocument/2006/relationships/theme" Target="../theme/theme1.xml"/><Relationship Id="rId10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2" name="Google Shape;212;p34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2" r:id="rId23"/>
    <p:sldLayoutId id="2147483703" r:id="rId24"/>
    <p:sldLayoutId id="2147483704" r:id="rId25"/>
    <p:sldLayoutId id="2147483705" r:id="rId26"/>
    <p:sldLayoutId id="2147483706" r:id="rId27"/>
    <p:sldLayoutId id="2147483707" r:id="rId28"/>
    <p:sldLayoutId id="2147483708" r:id="rId29"/>
    <p:sldLayoutId id="2147483709" r:id="rId30"/>
    <p:sldLayoutId id="2147483710" r:id="rId31"/>
    <p:sldLayoutId id="2147483711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docs.google.com/spreadsheets/d/12PvzPtlqUKe715mutE3vXnjCbEhiBA-5/edit?usp=sharing&amp;ouid=109253202425110671126&amp;rtpof=true&amp;sd=tr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7"/>
          <p:cNvSpPr txBox="1"/>
          <p:nvPr>
            <p:ph type="ctrTitle"/>
          </p:nvPr>
        </p:nvSpPr>
        <p:spPr>
          <a:xfrm>
            <a:off x="4222425" y="265125"/>
            <a:ext cx="4921500" cy="213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DataLex: Explainable SIEM Security </a:t>
            </a:r>
            <a:r>
              <a:rPr lang="en" sz="3400"/>
              <a:t>Intelligence</a:t>
            </a:r>
            <a:r>
              <a:rPr lang="en" sz="3400"/>
              <a:t> Using Generative Al</a:t>
            </a:r>
            <a:endParaRPr sz="3400"/>
          </a:p>
        </p:txBody>
      </p:sp>
      <p:sp>
        <p:nvSpPr>
          <p:cNvPr id="420" name="Google Shape;420;p67"/>
          <p:cNvSpPr txBox="1"/>
          <p:nvPr>
            <p:ph type="ctrTitle"/>
          </p:nvPr>
        </p:nvSpPr>
        <p:spPr>
          <a:xfrm>
            <a:off x="442275" y="3130775"/>
            <a:ext cx="3648600" cy="127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</a:rPr>
              <a:t>Group Members:</a:t>
            </a:r>
            <a:endParaRPr sz="18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Abu Syeed Sajid Ahmed (H-26)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Arpita Paul (H-07)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1" name="Google Shape;421;p67"/>
          <p:cNvSpPr txBox="1"/>
          <p:nvPr>
            <p:ph type="ctrTitle"/>
          </p:nvPr>
        </p:nvSpPr>
        <p:spPr>
          <a:xfrm>
            <a:off x="4976850" y="3192925"/>
            <a:ext cx="3648600" cy="170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</a:rPr>
              <a:t>Supervisors</a:t>
            </a:r>
            <a:r>
              <a:rPr lang="en" sz="1800">
                <a:solidFill>
                  <a:srgbClr val="00FFFF"/>
                </a:solidFill>
              </a:rPr>
              <a:t>:</a:t>
            </a:r>
            <a:endParaRPr sz="18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Abu Ahmed Ferdaus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Associate Professor, CSE, DU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             &amp;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Major (retd) Md Mehedi Hasan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SCOPES</a:t>
            </a:r>
            <a:endParaRPr/>
          </a:p>
        </p:txBody>
      </p:sp>
      <p:sp>
        <p:nvSpPr>
          <p:cNvPr id="427" name="Google Shape;427;p68"/>
          <p:cNvSpPr txBox="1"/>
          <p:nvPr>
            <p:ph idx="2" type="title"/>
          </p:nvPr>
        </p:nvSpPr>
        <p:spPr>
          <a:xfrm>
            <a:off x="720000" y="1303277"/>
            <a:ext cx="73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28" name="Google Shape;428;p68"/>
          <p:cNvSpPr txBox="1"/>
          <p:nvPr>
            <p:ph idx="3" type="title"/>
          </p:nvPr>
        </p:nvSpPr>
        <p:spPr>
          <a:xfrm>
            <a:off x="720000" y="2720241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29" name="Google Shape;429;p68"/>
          <p:cNvSpPr txBox="1"/>
          <p:nvPr>
            <p:ph idx="4" type="title"/>
          </p:nvPr>
        </p:nvSpPr>
        <p:spPr>
          <a:xfrm>
            <a:off x="3419246" y="1303277"/>
            <a:ext cx="73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30" name="Google Shape;430;p68"/>
          <p:cNvSpPr txBox="1"/>
          <p:nvPr>
            <p:ph idx="6" type="title"/>
          </p:nvPr>
        </p:nvSpPr>
        <p:spPr>
          <a:xfrm>
            <a:off x="6118500" y="1303277"/>
            <a:ext cx="73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31" name="Google Shape;431;p68"/>
          <p:cNvSpPr txBox="1"/>
          <p:nvPr>
            <p:ph idx="7" type="title"/>
          </p:nvPr>
        </p:nvSpPr>
        <p:spPr>
          <a:xfrm>
            <a:off x="3375299" y="2796441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32" name="Google Shape;432;p68"/>
          <p:cNvSpPr txBox="1"/>
          <p:nvPr>
            <p:ph idx="1" type="subTitle"/>
          </p:nvPr>
        </p:nvSpPr>
        <p:spPr>
          <a:xfrm>
            <a:off x="720000" y="1745062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433" name="Google Shape;433;p68"/>
          <p:cNvSpPr txBox="1"/>
          <p:nvPr>
            <p:ph idx="8" type="subTitle"/>
          </p:nvPr>
        </p:nvSpPr>
        <p:spPr>
          <a:xfrm>
            <a:off x="3419250" y="1745040"/>
            <a:ext cx="2305500" cy="8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&amp; Motivation</a:t>
            </a:r>
            <a:endParaRPr/>
          </a:p>
        </p:txBody>
      </p:sp>
      <p:sp>
        <p:nvSpPr>
          <p:cNvPr id="434" name="Google Shape;434;p68"/>
          <p:cNvSpPr txBox="1"/>
          <p:nvPr>
            <p:ph idx="9" type="subTitle"/>
          </p:nvPr>
        </p:nvSpPr>
        <p:spPr>
          <a:xfrm>
            <a:off x="6118500" y="1745044"/>
            <a:ext cx="2305500" cy="7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Solution</a:t>
            </a:r>
            <a:endParaRPr/>
          </a:p>
        </p:txBody>
      </p:sp>
      <p:sp>
        <p:nvSpPr>
          <p:cNvPr id="435" name="Google Shape;435;p68"/>
          <p:cNvSpPr txBox="1"/>
          <p:nvPr>
            <p:ph idx="13" type="subTitle"/>
          </p:nvPr>
        </p:nvSpPr>
        <p:spPr>
          <a:xfrm>
            <a:off x="720000" y="3037000"/>
            <a:ext cx="2305500" cy="7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</a:t>
            </a:r>
            <a:endParaRPr/>
          </a:p>
        </p:txBody>
      </p:sp>
      <p:sp>
        <p:nvSpPr>
          <p:cNvPr id="436" name="Google Shape;436;p68"/>
          <p:cNvSpPr txBox="1"/>
          <p:nvPr>
            <p:ph idx="15" type="subTitle"/>
          </p:nvPr>
        </p:nvSpPr>
        <p:spPr>
          <a:xfrm>
            <a:off x="3397725" y="31132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</a:t>
            </a:r>
            <a:endParaRPr/>
          </a:p>
        </p:txBody>
      </p:sp>
      <p:sp>
        <p:nvSpPr>
          <p:cNvPr id="437" name="Google Shape;437;p68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01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38" name="Google Shape;438;p68"/>
          <p:cNvSpPr txBox="1"/>
          <p:nvPr>
            <p:ph idx="7" type="title"/>
          </p:nvPr>
        </p:nvSpPr>
        <p:spPr>
          <a:xfrm>
            <a:off x="708299" y="3863241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439" name="Google Shape;439;p68"/>
          <p:cNvSpPr txBox="1"/>
          <p:nvPr>
            <p:ph idx="15" type="subTitle"/>
          </p:nvPr>
        </p:nvSpPr>
        <p:spPr>
          <a:xfrm>
            <a:off x="708300" y="4180000"/>
            <a:ext cx="2305500" cy="7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Competitor Analysis</a:t>
            </a:r>
            <a:endParaRPr/>
          </a:p>
        </p:txBody>
      </p:sp>
      <p:sp>
        <p:nvSpPr>
          <p:cNvPr id="440" name="Google Shape;440;p68"/>
          <p:cNvSpPr txBox="1"/>
          <p:nvPr>
            <p:ph idx="7" type="title"/>
          </p:nvPr>
        </p:nvSpPr>
        <p:spPr>
          <a:xfrm>
            <a:off x="3451499" y="3863241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441" name="Google Shape;441;p68"/>
          <p:cNvSpPr txBox="1"/>
          <p:nvPr>
            <p:ph idx="15" type="subTitle"/>
          </p:nvPr>
        </p:nvSpPr>
        <p:spPr>
          <a:xfrm>
            <a:off x="3451500" y="4180000"/>
            <a:ext cx="2305500" cy="7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Works</a:t>
            </a:r>
            <a:endParaRPr/>
          </a:p>
        </p:txBody>
      </p:sp>
      <p:sp>
        <p:nvSpPr>
          <p:cNvPr id="442" name="Google Shape;442;p68"/>
          <p:cNvSpPr txBox="1"/>
          <p:nvPr>
            <p:ph idx="7" type="title"/>
          </p:nvPr>
        </p:nvSpPr>
        <p:spPr>
          <a:xfrm>
            <a:off x="6194699" y="2796441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443" name="Google Shape;443;p68"/>
          <p:cNvSpPr txBox="1"/>
          <p:nvPr>
            <p:ph idx="15" type="subTitle"/>
          </p:nvPr>
        </p:nvSpPr>
        <p:spPr>
          <a:xfrm>
            <a:off x="6194700" y="3113200"/>
            <a:ext cx="2305500" cy="7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 Analysis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9"/>
          <p:cNvSpPr txBox="1"/>
          <p:nvPr>
            <p:ph type="title"/>
          </p:nvPr>
        </p:nvSpPr>
        <p:spPr>
          <a:xfrm>
            <a:off x="1229400" y="2425500"/>
            <a:ext cx="43278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449" name="Google Shape;449;p69"/>
          <p:cNvSpPr txBox="1"/>
          <p:nvPr>
            <p:ph idx="2" type="title"/>
          </p:nvPr>
        </p:nvSpPr>
        <p:spPr>
          <a:xfrm>
            <a:off x="1229400" y="1334400"/>
            <a:ext cx="1095900" cy="109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50" name="Google Shape;450;p69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02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0"/>
          <p:cNvSpPr txBox="1"/>
          <p:nvPr>
            <p:ph type="title"/>
          </p:nvPr>
        </p:nvSpPr>
        <p:spPr>
          <a:xfrm>
            <a:off x="720000" y="216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INTRODUCTION</a:t>
            </a:r>
            <a:endParaRPr sz="3200"/>
          </a:p>
        </p:txBody>
      </p:sp>
      <p:sp>
        <p:nvSpPr>
          <p:cNvPr id="456" name="Google Shape;456;p70"/>
          <p:cNvSpPr txBox="1"/>
          <p:nvPr>
            <p:ph idx="1" type="subTitle"/>
          </p:nvPr>
        </p:nvSpPr>
        <p:spPr>
          <a:xfrm>
            <a:off x="720000" y="2576675"/>
            <a:ext cx="6816000" cy="100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Cyber threats have increased due to the exponential rise in digital infrastructures.</a:t>
            </a:r>
            <a:endParaRPr sz="2400"/>
          </a:p>
        </p:txBody>
      </p:sp>
      <p:sp>
        <p:nvSpPr>
          <p:cNvPr id="457" name="Google Shape;457;p70"/>
          <p:cNvSpPr txBox="1"/>
          <p:nvPr>
            <p:ph idx="2" type="subTitle"/>
          </p:nvPr>
        </p:nvSpPr>
        <p:spPr>
          <a:xfrm>
            <a:off x="720000" y="1154950"/>
            <a:ext cx="7155000" cy="7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In the digital transformation age, cybersecurity has become a critical frontier.</a:t>
            </a:r>
            <a:endParaRPr sz="2400"/>
          </a:p>
        </p:txBody>
      </p:sp>
      <p:sp>
        <p:nvSpPr>
          <p:cNvPr id="458" name="Google Shape;458;p70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03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1"/>
          <p:cNvSpPr txBox="1"/>
          <p:nvPr>
            <p:ph type="title"/>
          </p:nvPr>
        </p:nvSpPr>
        <p:spPr>
          <a:xfrm>
            <a:off x="531350" y="-67075"/>
            <a:ext cx="77040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200"/>
              <a:t>What is SIEM?</a:t>
            </a:r>
            <a:endParaRPr sz="3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is SIEM?</a:t>
            </a:r>
            <a:endParaRPr b="1"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71"/>
          <p:cNvSpPr txBox="1"/>
          <p:nvPr>
            <p:ph idx="2" type="subTitle"/>
          </p:nvPr>
        </p:nvSpPr>
        <p:spPr>
          <a:xfrm>
            <a:off x="531350" y="1265975"/>
            <a:ext cx="7999200" cy="376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400">
                <a:latin typeface="Arial"/>
                <a:ea typeface="Arial"/>
                <a:cs typeface="Arial"/>
                <a:sym typeface="Arial"/>
              </a:rPr>
              <a:t>Security Information and Event Management (SIEM)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ven Pro"/>
              <a:buChar char="●"/>
            </a:pPr>
            <a:r>
              <a:rPr lang="en" sz="2400"/>
              <a:t>A system that collects, aggregates, and analyzes security logs.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ven Pro"/>
              <a:buChar char="●"/>
            </a:pPr>
            <a:r>
              <a:rPr lang="en" sz="2400"/>
              <a:t>Used for real-time monitoring and threat detection.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ven Pro"/>
              <a:buChar char="●"/>
            </a:pPr>
            <a:r>
              <a:rPr lang="en" sz="2400"/>
              <a:t>Helps security teams respond to incidents quickly.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Basically it’s an umbrella under which all logs are aggregated.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Ex. Splunk, Fortinet, IBM qRadar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●"/>
            </a:pPr>
            <a:r>
              <a:t/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71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04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2"/>
          <p:cNvSpPr txBox="1"/>
          <p:nvPr>
            <p:ph type="title"/>
          </p:nvPr>
        </p:nvSpPr>
        <p:spPr>
          <a:xfrm>
            <a:off x="720000" y="216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PROBLEM STATEMENT</a:t>
            </a:r>
            <a:endParaRPr sz="3200"/>
          </a:p>
        </p:txBody>
      </p:sp>
      <p:sp>
        <p:nvSpPr>
          <p:cNvPr id="471" name="Google Shape;471;p72"/>
          <p:cNvSpPr txBox="1"/>
          <p:nvPr>
            <p:ph idx="2" type="subTitle"/>
          </p:nvPr>
        </p:nvSpPr>
        <p:spPr>
          <a:xfrm>
            <a:off x="386425" y="1027750"/>
            <a:ext cx="8214300" cy="367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Cost is too high for many companies in Bangladesh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Lacks contextual understanding of interconnected security events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Overwhelming dependence on external cloud-based API services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Significant privacy risks from third-party data transmission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Inability to provide human-readable, actionable threat intelligence</a:t>
            </a:r>
            <a:endParaRPr sz="2400"/>
          </a:p>
        </p:txBody>
      </p:sp>
      <p:sp>
        <p:nvSpPr>
          <p:cNvPr id="472" name="Google Shape;472;p72"/>
          <p:cNvSpPr txBox="1"/>
          <p:nvPr/>
        </p:nvSpPr>
        <p:spPr>
          <a:xfrm>
            <a:off x="8252850" y="242150"/>
            <a:ext cx="618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06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73"/>
          <p:cNvSpPr txBox="1"/>
          <p:nvPr>
            <p:ph type="title"/>
          </p:nvPr>
        </p:nvSpPr>
        <p:spPr>
          <a:xfrm>
            <a:off x="1229400" y="2425500"/>
            <a:ext cx="61227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PROBLEM STATEMENT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&amp; MOTIVATION</a:t>
            </a:r>
            <a:endParaRPr/>
          </a:p>
        </p:txBody>
      </p:sp>
      <p:sp>
        <p:nvSpPr>
          <p:cNvPr id="478" name="Google Shape;478;p73"/>
          <p:cNvSpPr txBox="1"/>
          <p:nvPr>
            <p:ph idx="2" type="title"/>
          </p:nvPr>
        </p:nvSpPr>
        <p:spPr>
          <a:xfrm>
            <a:off x="1229400" y="1334400"/>
            <a:ext cx="1608600" cy="109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79" name="Google Shape;479;p73"/>
          <p:cNvSpPr txBox="1"/>
          <p:nvPr/>
        </p:nvSpPr>
        <p:spPr>
          <a:xfrm>
            <a:off x="8252850" y="242150"/>
            <a:ext cx="648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05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74"/>
          <p:cNvSpPr txBox="1"/>
          <p:nvPr>
            <p:ph type="title"/>
          </p:nvPr>
        </p:nvSpPr>
        <p:spPr>
          <a:xfrm>
            <a:off x="548850" y="600375"/>
            <a:ext cx="77040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Why We Introduced DataLex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485" name="Google Shape;485;p74"/>
          <p:cNvSpPr txBox="1"/>
          <p:nvPr>
            <p:ph idx="2" type="subTitle"/>
          </p:nvPr>
        </p:nvSpPr>
        <p:spPr>
          <a:xfrm>
            <a:off x="691800" y="1089875"/>
            <a:ext cx="7760400" cy="37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400">
                <a:latin typeface="Arial"/>
                <a:ea typeface="Arial"/>
                <a:cs typeface="Arial"/>
                <a:sym typeface="Arial"/>
              </a:rPr>
              <a:t>Bridging the Gap: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2400"/>
              <a:t>Traditional SIEM lacks explainability and AI-driven automation.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2400"/>
              <a:t>Security analysts struggle with inefficient threat detection methods.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2400"/>
              <a:t>Cloud-based SIEMs create privacy concerns.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2400"/>
              <a:t>Initially the solution can work as Threat Intel as well to some extent.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●"/>
            </a:pPr>
            <a:r>
              <a:t/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74"/>
          <p:cNvSpPr txBox="1"/>
          <p:nvPr/>
        </p:nvSpPr>
        <p:spPr>
          <a:xfrm>
            <a:off x="8252850" y="242150"/>
            <a:ext cx="618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07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87" name="Google Shape;487;p74"/>
          <p:cNvSpPr txBox="1"/>
          <p:nvPr>
            <p:ph type="title"/>
          </p:nvPr>
        </p:nvSpPr>
        <p:spPr>
          <a:xfrm>
            <a:off x="3301275" y="184400"/>
            <a:ext cx="33744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MOTIVATION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5"/>
          <p:cNvSpPr txBox="1"/>
          <p:nvPr>
            <p:ph type="title"/>
          </p:nvPr>
        </p:nvSpPr>
        <p:spPr>
          <a:xfrm>
            <a:off x="1229400" y="2425500"/>
            <a:ext cx="71544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SOLUTION</a:t>
            </a:r>
            <a:endParaRPr/>
          </a:p>
        </p:txBody>
      </p:sp>
      <p:sp>
        <p:nvSpPr>
          <p:cNvPr id="493" name="Google Shape;493;p75"/>
          <p:cNvSpPr txBox="1"/>
          <p:nvPr>
            <p:ph idx="2" type="title"/>
          </p:nvPr>
        </p:nvSpPr>
        <p:spPr>
          <a:xfrm>
            <a:off x="1229400" y="1334400"/>
            <a:ext cx="1608600" cy="109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94" name="Google Shape;494;p75"/>
          <p:cNvSpPr txBox="1"/>
          <p:nvPr/>
        </p:nvSpPr>
        <p:spPr>
          <a:xfrm>
            <a:off x="8252850" y="242150"/>
            <a:ext cx="687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08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76"/>
          <p:cNvSpPr txBox="1"/>
          <p:nvPr>
            <p:ph type="title"/>
          </p:nvPr>
        </p:nvSpPr>
        <p:spPr>
          <a:xfrm>
            <a:off x="720000" y="216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PROPOSED SOLUTION</a:t>
            </a:r>
            <a:endParaRPr sz="3200"/>
          </a:p>
        </p:txBody>
      </p:sp>
      <p:sp>
        <p:nvSpPr>
          <p:cNvPr id="500" name="Google Shape;500;p76"/>
          <p:cNvSpPr txBox="1"/>
          <p:nvPr>
            <p:ph idx="2" type="subTitle"/>
          </p:nvPr>
        </p:nvSpPr>
        <p:spPr>
          <a:xfrm>
            <a:off x="348700" y="850950"/>
            <a:ext cx="8214300" cy="412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Lower </a:t>
            </a:r>
            <a:r>
              <a:rPr lang="en" sz="2400"/>
              <a:t>false positives and clear contextual understanding.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No dependency on external cloud-based services for AI processing.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Scalable, explainable, and adaptive security solutions.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Plug and Play (PnP) technology</a:t>
            </a:r>
            <a:endParaRPr sz="2400"/>
          </a:p>
        </p:txBody>
      </p:sp>
      <p:sp>
        <p:nvSpPr>
          <p:cNvPr id="501" name="Google Shape;501;p76"/>
          <p:cNvSpPr txBox="1"/>
          <p:nvPr/>
        </p:nvSpPr>
        <p:spPr>
          <a:xfrm>
            <a:off x="8252850" y="242150"/>
            <a:ext cx="600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09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7"/>
          <p:cNvSpPr txBox="1"/>
          <p:nvPr>
            <p:ph type="title"/>
          </p:nvPr>
        </p:nvSpPr>
        <p:spPr>
          <a:xfrm>
            <a:off x="720000" y="184450"/>
            <a:ext cx="77040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Introducing DataLex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77"/>
          <p:cNvSpPr txBox="1"/>
          <p:nvPr>
            <p:ph idx="2" type="subTitle"/>
          </p:nvPr>
        </p:nvSpPr>
        <p:spPr>
          <a:xfrm>
            <a:off x="720000" y="1144675"/>
            <a:ext cx="7911300" cy="35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An AI-powered, offline, and explainable SIEM.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Uses LLAMA 3.0 and DeepSeek Qwen for intelligent analysis. Users can choose which model they want to use.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Privacy-preserving threat detection with zero external API reliance.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Through Chat interface, users can interact.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77"/>
          <p:cNvSpPr txBox="1"/>
          <p:nvPr/>
        </p:nvSpPr>
        <p:spPr>
          <a:xfrm>
            <a:off x="8252850" y="242150"/>
            <a:ext cx="618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1</a:t>
            </a: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0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78"/>
          <p:cNvSpPr txBox="1"/>
          <p:nvPr>
            <p:ph type="title"/>
          </p:nvPr>
        </p:nvSpPr>
        <p:spPr>
          <a:xfrm>
            <a:off x="1229400" y="2425500"/>
            <a:ext cx="71544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</a:t>
            </a:r>
            <a:endParaRPr/>
          </a:p>
        </p:txBody>
      </p:sp>
      <p:sp>
        <p:nvSpPr>
          <p:cNvPr id="514" name="Google Shape;514;p78"/>
          <p:cNvSpPr txBox="1"/>
          <p:nvPr>
            <p:ph idx="2" type="title"/>
          </p:nvPr>
        </p:nvSpPr>
        <p:spPr>
          <a:xfrm>
            <a:off x="1229400" y="1334400"/>
            <a:ext cx="1608600" cy="109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15" name="Google Shape;515;p78"/>
          <p:cNvSpPr txBox="1"/>
          <p:nvPr/>
        </p:nvSpPr>
        <p:spPr>
          <a:xfrm>
            <a:off x="8252850" y="242150"/>
            <a:ext cx="687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11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9"/>
          <p:cNvSpPr txBox="1"/>
          <p:nvPr>
            <p:ph type="title"/>
          </p:nvPr>
        </p:nvSpPr>
        <p:spPr>
          <a:xfrm>
            <a:off x="720000" y="216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200"/>
              <a:t>SYSTEM DESIGN</a:t>
            </a:r>
            <a:endParaRPr sz="3200"/>
          </a:p>
        </p:txBody>
      </p:sp>
      <p:sp>
        <p:nvSpPr>
          <p:cNvPr id="521" name="Google Shape;521;p79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12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522" name="Google Shape;52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41525"/>
            <a:ext cx="8839204" cy="3759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80"/>
          <p:cNvSpPr/>
          <p:nvPr/>
        </p:nvSpPr>
        <p:spPr>
          <a:xfrm>
            <a:off x="4408725" y="1021525"/>
            <a:ext cx="4661100" cy="396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28" name="Google Shape;528;p80"/>
          <p:cNvSpPr/>
          <p:nvPr/>
        </p:nvSpPr>
        <p:spPr>
          <a:xfrm>
            <a:off x="-38025" y="1140300"/>
            <a:ext cx="2887500" cy="3915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29" name="Google Shape;529;p80"/>
          <p:cNvSpPr txBox="1"/>
          <p:nvPr>
            <p:ph type="title"/>
          </p:nvPr>
        </p:nvSpPr>
        <p:spPr>
          <a:xfrm>
            <a:off x="720000" y="64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SYSTEM DESIGN</a:t>
            </a:r>
            <a:endParaRPr sz="3200"/>
          </a:p>
        </p:txBody>
      </p:sp>
      <p:sp>
        <p:nvSpPr>
          <p:cNvPr id="530" name="Google Shape;530;p80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13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31" name="Google Shape;531;p80"/>
          <p:cNvSpPr/>
          <p:nvPr/>
        </p:nvSpPr>
        <p:spPr>
          <a:xfrm>
            <a:off x="25825" y="2495125"/>
            <a:ext cx="1420113" cy="484800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Elasticsearch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32" name="Google Shape;532;p80"/>
          <p:cNvSpPr/>
          <p:nvPr/>
        </p:nvSpPr>
        <p:spPr>
          <a:xfrm>
            <a:off x="23250" y="1390975"/>
            <a:ext cx="1171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Logstash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33" name="Google Shape;533;p80"/>
          <p:cNvSpPr/>
          <p:nvPr/>
        </p:nvSpPr>
        <p:spPr>
          <a:xfrm>
            <a:off x="1610025" y="1390975"/>
            <a:ext cx="1171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Filebeat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34" name="Google Shape;534;p80"/>
          <p:cNvSpPr/>
          <p:nvPr/>
        </p:nvSpPr>
        <p:spPr>
          <a:xfrm>
            <a:off x="1686225" y="3529375"/>
            <a:ext cx="10467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Suricata</a:t>
            </a:r>
            <a:endParaRPr b="1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35" name="Google Shape;535;p80"/>
          <p:cNvSpPr/>
          <p:nvPr/>
        </p:nvSpPr>
        <p:spPr>
          <a:xfrm>
            <a:off x="65238" y="3270025"/>
            <a:ext cx="13413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Wazuh 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Dashboard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536" name="Google Shape;536;p80"/>
          <p:cNvCxnSpPr>
            <a:stCxn id="533" idx="1"/>
            <a:endCxn id="531" idx="1"/>
          </p:cNvCxnSpPr>
          <p:nvPr/>
        </p:nvCxnSpPr>
        <p:spPr>
          <a:xfrm flipH="1">
            <a:off x="735825" y="1739725"/>
            <a:ext cx="874200" cy="75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7" name="Google Shape;537;p80"/>
          <p:cNvCxnSpPr>
            <a:stCxn id="533" idx="1"/>
            <a:endCxn id="532" idx="3"/>
          </p:cNvCxnSpPr>
          <p:nvPr/>
        </p:nvCxnSpPr>
        <p:spPr>
          <a:xfrm rot="10800000">
            <a:off x="1195125" y="1739725"/>
            <a:ext cx="41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8" name="Google Shape;538;p80"/>
          <p:cNvCxnSpPr>
            <a:stCxn id="534" idx="1"/>
            <a:endCxn id="531" idx="4"/>
          </p:cNvCxnSpPr>
          <p:nvPr/>
        </p:nvCxnSpPr>
        <p:spPr>
          <a:xfrm rot="10800000">
            <a:off x="1445925" y="2737525"/>
            <a:ext cx="240300" cy="114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9" name="Google Shape;539;p80"/>
          <p:cNvCxnSpPr>
            <a:stCxn id="531" idx="3"/>
            <a:endCxn id="535" idx="0"/>
          </p:cNvCxnSpPr>
          <p:nvPr/>
        </p:nvCxnSpPr>
        <p:spPr>
          <a:xfrm>
            <a:off x="735882" y="2979925"/>
            <a:ext cx="0" cy="29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0" name="Google Shape;540;p80"/>
          <p:cNvSpPr txBox="1"/>
          <p:nvPr/>
        </p:nvSpPr>
        <p:spPr>
          <a:xfrm>
            <a:off x="311925" y="652238"/>
            <a:ext cx="2943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SIEM Service (Wazuh)</a:t>
            </a:r>
            <a:endParaRPr b="1"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41" name="Google Shape;541;p80"/>
          <p:cNvSpPr/>
          <p:nvPr/>
        </p:nvSpPr>
        <p:spPr>
          <a:xfrm>
            <a:off x="3040875" y="1919200"/>
            <a:ext cx="1228800" cy="804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Scheduler Service</a:t>
            </a:r>
            <a:endParaRPr b="1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42" name="Google Shape;542;p80"/>
          <p:cNvSpPr/>
          <p:nvPr/>
        </p:nvSpPr>
        <p:spPr>
          <a:xfrm>
            <a:off x="7310800" y="1082250"/>
            <a:ext cx="1472950" cy="1158625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Vector Database 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(Faiss)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43" name="Google Shape;543;p80"/>
          <p:cNvSpPr/>
          <p:nvPr/>
        </p:nvSpPr>
        <p:spPr>
          <a:xfrm>
            <a:off x="5135850" y="1310850"/>
            <a:ext cx="1210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Embedding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Model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544" name="Google Shape;544;p80"/>
          <p:cNvCxnSpPr>
            <a:stCxn id="543" idx="3"/>
          </p:cNvCxnSpPr>
          <p:nvPr/>
        </p:nvCxnSpPr>
        <p:spPr>
          <a:xfrm>
            <a:off x="6346650" y="1659600"/>
            <a:ext cx="956400" cy="105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545" name="Google Shape;545;p80"/>
          <p:cNvSpPr txBox="1"/>
          <p:nvPr/>
        </p:nvSpPr>
        <p:spPr>
          <a:xfrm>
            <a:off x="6500100" y="1749900"/>
            <a:ext cx="86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Relevant Logs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46" name="Google Shape;546;p80"/>
          <p:cNvSpPr/>
          <p:nvPr/>
        </p:nvSpPr>
        <p:spPr>
          <a:xfrm>
            <a:off x="4484375" y="3441700"/>
            <a:ext cx="15153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Agentic AI Chat Interface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47" name="Google Shape;547;p80"/>
          <p:cNvSpPr/>
          <p:nvPr/>
        </p:nvSpPr>
        <p:spPr>
          <a:xfrm>
            <a:off x="7244800" y="2839950"/>
            <a:ext cx="16725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Generative AI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(Llama3/Qwen)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548" name="Google Shape;548;p80"/>
          <p:cNvCxnSpPr>
            <a:stCxn id="543" idx="2"/>
            <a:endCxn id="547" idx="1"/>
          </p:cNvCxnSpPr>
          <p:nvPr/>
        </p:nvCxnSpPr>
        <p:spPr>
          <a:xfrm flipH="1" rot="-5400000">
            <a:off x="5902800" y="1846800"/>
            <a:ext cx="1180500" cy="15036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49" name="Google Shape;549;p80"/>
          <p:cNvSpPr txBox="1"/>
          <p:nvPr/>
        </p:nvSpPr>
        <p:spPr>
          <a:xfrm rot="1614769">
            <a:off x="5987785" y="2261797"/>
            <a:ext cx="1326236" cy="8618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User Query + Relevant Logs +</a:t>
            </a:r>
            <a:endParaRPr sz="11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System Prompt</a:t>
            </a:r>
            <a:endParaRPr sz="11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50" name="Google Shape;550;p80"/>
          <p:cNvSpPr txBox="1"/>
          <p:nvPr/>
        </p:nvSpPr>
        <p:spPr>
          <a:xfrm>
            <a:off x="6422700" y="3831725"/>
            <a:ext cx="874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Response</a:t>
            </a:r>
            <a:endParaRPr sz="11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551" name="Google Shape;551;p80"/>
          <p:cNvCxnSpPr>
            <a:stCxn id="547" idx="1"/>
            <a:endCxn id="546" idx="2"/>
          </p:cNvCxnSpPr>
          <p:nvPr/>
        </p:nvCxnSpPr>
        <p:spPr>
          <a:xfrm flipH="1">
            <a:off x="5242000" y="3188700"/>
            <a:ext cx="2002800" cy="950400"/>
          </a:xfrm>
          <a:prstGeom prst="curvedConnector4">
            <a:avLst>
              <a:gd fmla="val 31085" name="adj1"/>
              <a:gd fmla="val 12506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2" name="Google Shape;552;p80"/>
          <p:cNvCxnSpPr>
            <a:stCxn id="546" idx="0"/>
            <a:endCxn id="543" idx="2"/>
          </p:cNvCxnSpPr>
          <p:nvPr/>
        </p:nvCxnSpPr>
        <p:spPr>
          <a:xfrm rot="-5400000">
            <a:off x="4774925" y="2475400"/>
            <a:ext cx="1433400" cy="4992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3" name="Google Shape;553;p80"/>
          <p:cNvCxnSpPr>
            <a:stCxn id="541" idx="3"/>
          </p:cNvCxnSpPr>
          <p:nvPr/>
        </p:nvCxnSpPr>
        <p:spPr>
          <a:xfrm flipH="1" rot="10800000">
            <a:off x="4269675" y="1613050"/>
            <a:ext cx="891900" cy="708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4" name="Google Shape;554;p80"/>
          <p:cNvCxnSpPr>
            <a:stCxn id="534" idx="3"/>
            <a:endCxn id="541" idx="1"/>
          </p:cNvCxnSpPr>
          <p:nvPr/>
        </p:nvCxnSpPr>
        <p:spPr>
          <a:xfrm flipH="1" rot="10800000">
            <a:off x="2732925" y="2321725"/>
            <a:ext cx="308100" cy="1556400"/>
          </a:xfrm>
          <a:prstGeom prst="curvedConnector3">
            <a:avLst>
              <a:gd fmla="val 4997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55" name="Google Shape;555;p80"/>
          <p:cNvSpPr txBox="1"/>
          <p:nvPr/>
        </p:nvSpPr>
        <p:spPr>
          <a:xfrm>
            <a:off x="5357100" y="575113"/>
            <a:ext cx="2943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GPT</a:t>
            </a:r>
            <a:r>
              <a:rPr b="1"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Service (RAG)</a:t>
            </a:r>
            <a:endParaRPr b="1"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56" name="Google Shape;556;p80"/>
          <p:cNvSpPr txBox="1"/>
          <p:nvPr/>
        </p:nvSpPr>
        <p:spPr>
          <a:xfrm rot="-3902126">
            <a:off x="2020482" y="2607025"/>
            <a:ext cx="1210498" cy="554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Transfer Logs (JSON)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57" name="Google Shape;557;p80"/>
          <p:cNvSpPr txBox="1"/>
          <p:nvPr/>
        </p:nvSpPr>
        <p:spPr>
          <a:xfrm rot="-2111912">
            <a:off x="4408524" y="1970768"/>
            <a:ext cx="736453" cy="3692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(JSON)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558" name="Google Shape;558;p80"/>
          <p:cNvCxnSpPr>
            <a:stCxn id="543" idx="3"/>
          </p:cNvCxnSpPr>
          <p:nvPr/>
        </p:nvCxnSpPr>
        <p:spPr>
          <a:xfrm flipH="1" rot="10800000">
            <a:off x="6346650" y="1433700"/>
            <a:ext cx="974400" cy="225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59" name="Google Shape;559;p80"/>
          <p:cNvSpPr txBox="1"/>
          <p:nvPr/>
        </p:nvSpPr>
        <p:spPr>
          <a:xfrm>
            <a:off x="6346650" y="1063513"/>
            <a:ext cx="86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Store</a:t>
            </a: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Logs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81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14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65" name="Google Shape;565;p81"/>
          <p:cNvSpPr/>
          <p:nvPr/>
        </p:nvSpPr>
        <p:spPr>
          <a:xfrm>
            <a:off x="1016425" y="2952325"/>
            <a:ext cx="1420113" cy="484800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Elasticsearch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66" name="Google Shape;566;p81"/>
          <p:cNvSpPr/>
          <p:nvPr/>
        </p:nvSpPr>
        <p:spPr>
          <a:xfrm>
            <a:off x="1166250" y="1619575"/>
            <a:ext cx="1171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Logstash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67" name="Google Shape;567;p81"/>
          <p:cNvSpPr/>
          <p:nvPr/>
        </p:nvSpPr>
        <p:spPr>
          <a:xfrm>
            <a:off x="3210225" y="1619575"/>
            <a:ext cx="1171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Filebeat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68" name="Google Shape;568;p81"/>
          <p:cNvSpPr/>
          <p:nvPr/>
        </p:nvSpPr>
        <p:spPr>
          <a:xfrm>
            <a:off x="3210225" y="2843575"/>
            <a:ext cx="1171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Suricata</a:t>
            </a:r>
            <a:endParaRPr b="1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69" name="Google Shape;569;p81"/>
          <p:cNvSpPr/>
          <p:nvPr/>
        </p:nvSpPr>
        <p:spPr>
          <a:xfrm>
            <a:off x="1055838" y="3955825"/>
            <a:ext cx="13413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Wazuh 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Dashboard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570" name="Google Shape;570;p81"/>
          <p:cNvCxnSpPr>
            <a:stCxn id="567" idx="1"/>
            <a:endCxn id="565" idx="1"/>
          </p:cNvCxnSpPr>
          <p:nvPr/>
        </p:nvCxnSpPr>
        <p:spPr>
          <a:xfrm flipH="1">
            <a:off x="1726425" y="1968325"/>
            <a:ext cx="1483800" cy="98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1" name="Google Shape;571;p81"/>
          <p:cNvCxnSpPr>
            <a:stCxn id="567" idx="1"/>
            <a:endCxn id="566" idx="3"/>
          </p:cNvCxnSpPr>
          <p:nvPr/>
        </p:nvCxnSpPr>
        <p:spPr>
          <a:xfrm rot="10800000">
            <a:off x="2338125" y="1968325"/>
            <a:ext cx="872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2" name="Google Shape;572;p81"/>
          <p:cNvCxnSpPr>
            <a:stCxn id="568" idx="1"/>
            <a:endCxn id="565" idx="4"/>
          </p:cNvCxnSpPr>
          <p:nvPr/>
        </p:nvCxnSpPr>
        <p:spPr>
          <a:xfrm flipH="1">
            <a:off x="2436525" y="3192325"/>
            <a:ext cx="773700" cy="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3" name="Google Shape;573;p81"/>
          <p:cNvCxnSpPr>
            <a:stCxn id="565" idx="3"/>
            <a:endCxn id="569" idx="0"/>
          </p:cNvCxnSpPr>
          <p:nvPr/>
        </p:nvCxnSpPr>
        <p:spPr>
          <a:xfrm>
            <a:off x="1726482" y="3437125"/>
            <a:ext cx="0" cy="51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74" name="Google Shape;57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2750" y="1627325"/>
            <a:ext cx="4090251" cy="2855549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81"/>
          <p:cNvSpPr txBox="1"/>
          <p:nvPr/>
        </p:nvSpPr>
        <p:spPr>
          <a:xfrm>
            <a:off x="1302525" y="1033238"/>
            <a:ext cx="2943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SIEM Service (Wazuh)</a:t>
            </a:r>
            <a:endParaRPr b="1"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76" name="Google Shape;576;p81"/>
          <p:cNvSpPr txBox="1"/>
          <p:nvPr>
            <p:ph type="title"/>
          </p:nvPr>
        </p:nvSpPr>
        <p:spPr>
          <a:xfrm>
            <a:off x="720000" y="216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SYSTEM DESIGN</a:t>
            </a:r>
            <a:endParaRPr sz="3200"/>
          </a:p>
        </p:txBody>
      </p:sp>
      <p:sp>
        <p:nvSpPr>
          <p:cNvPr id="577" name="Google Shape;577;p81"/>
          <p:cNvSpPr txBox="1"/>
          <p:nvPr/>
        </p:nvSpPr>
        <p:spPr>
          <a:xfrm>
            <a:off x="2645100" y="524000"/>
            <a:ext cx="651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82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15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83" name="Google Shape;583;p82"/>
          <p:cNvSpPr txBox="1"/>
          <p:nvPr/>
        </p:nvSpPr>
        <p:spPr>
          <a:xfrm>
            <a:off x="1084250" y="990600"/>
            <a:ext cx="3245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SIEM Service (Wazuh)</a:t>
            </a:r>
            <a:endParaRPr b="1"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584" name="Google Shape;58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9925" y="1589400"/>
            <a:ext cx="4661673" cy="2594574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82"/>
          <p:cNvSpPr txBox="1"/>
          <p:nvPr>
            <p:ph type="title"/>
          </p:nvPr>
        </p:nvSpPr>
        <p:spPr>
          <a:xfrm>
            <a:off x="720000" y="216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SYSTEM DESIGN</a:t>
            </a:r>
            <a:endParaRPr sz="3200"/>
          </a:p>
        </p:txBody>
      </p:sp>
      <p:sp>
        <p:nvSpPr>
          <p:cNvPr id="586" name="Google Shape;586;p82"/>
          <p:cNvSpPr/>
          <p:nvPr/>
        </p:nvSpPr>
        <p:spPr>
          <a:xfrm>
            <a:off x="559225" y="2952325"/>
            <a:ext cx="1420113" cy="484800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Elasticsearch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87" name="Google Shape;587;p82"/>
          <p:cNvSpPr/>
          <p:nvPr/>
        </p:nvSpPr>
        <p:spPr>
          <a:xfrm>
            <a:off x="709050" y="1619575"/>
            <a:ext cx="1171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Logstash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88" name="Google Shape;588;p82"/>
          <p:cNvSpPr/>
          <p:nvPr/>
        </p:nvSpPr>
        <p:spPr>
          <a:xfrm>
            <a:off x="2753025" y="1619575"/>
            <a:ext cx="1171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Filebeat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89" name="Google Shape;589;p82"/>
          <p:cNvSpPr/>
          <p:nvPr/>
        </p:nvSpPr>
        <p:spPr>
          <a:xfrm>
            <a:off x="2753025" y="2843575"/>
            <a:ext cx="1171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Suricata</a:t>
            </a:r>
            <a:endParaRPr b="1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90" name="Google Shape;590;p82"/>
          <p:cNvSpPr/>
          <p:nvPr/>
        </p:nvSpPr>
        <p:spPr>
          <a:xfrm>
            <a:off x="598638" y="3955825"/>
            <a:ext cx="13413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Wazuh 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Dashboard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591" name="Google Shape;591;p82"/>
          <p:cNvCxnSpPr>
            <a:stCxn id="588" idx="1"/>
            <a:endCxn id="586" idx="1"/>
          </p:cNvCxnSpPr>
          <p:nvPr/>
        </p:nvCxnSpPr>
        <p:spPr>
          <a:xfrm flipH="1">
            <a:off x="1269225" y="1968325"/>
            <a:ext cx="1483800" cy="98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2" name="Google Shape;592;p82"/>
          <p:cNvCxnSpPr>
            <a:stCxn id="588" idx="1"/>
            <a:endCxn id="587" idx="3"/>
          </p:cNvCxnSpPr>
          <p:nvPr/>
        </p:nvCxnSpPr>
        <p:spPr>
          <a:xfrm rot="10800000">
            <a:off x="1880925" y="1968325"/>
            <a:ext cx="872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3" name="Google Shape;593;p82"/>
          <p:cNvCxnSpPr>
            <a:stCxn id="589" idx="1"/>
            <a:endCxn id="586" idx="4"/>
          </p:cNvCxnSpPr>
          <p:nvPr/>
        </p:nvCxnSpPr>
        <p:spPr>
          <a:xfrm flipH="1">
            <a:off x="1979325" y="3192325"/>
            <a:ext cx="773700" cy="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4" name="Google Shape;594;p82"/>
          <p:cNvCxnSpPr>
            <a:stCxn id="586" idx="3"/>
            <a:endCxn id="590" idx="0"/>
          </p:cNvCxnSpPr>
          <p:nvPr/>
        </p:nvCxnSpPr>
        <p:spPr>
          <a:xfrm>
            <a:off x="1269282" y="3437125"/>
            <a:ext cx="0" cy="51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3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16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00" name="Google Shape;600;p83"/>
          <p:cNvSpPr/>
          <p:nvPr/>
        </p:nvSpPr>
        <p:spPr>
          <a:xfrm>
            <a:off x="5784075" y="3062200"/>
            <a:ext cx="1878000" cy="114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Scheduler</a:t>
            </a:r>
            <a:r>
              <a:rPr b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Service</a:t>
            </a:r>
            <a:endParaRPr b="1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601" name="Google Shape;601;p83"/>
          <p:cNvCxnSpPr>
            <a:stCxn id="602" idx="3"/>
            <a:endCxn id="600" idx="1"/>
          </p:cNvCxnSpPr>
          <p:nvPr/>
        </p:nvCxnSpPr>
        <p:spPr>
          <a:xfrm>
            <a:off x="3703875" y="3187600"/>
            <a:ext cx="2080200" cy="44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03" name="Google Shape;60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4550" y="995450"/>
            <a:ext cx="4379802" cy="201185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83"/>
          <p:cNvSpPr txBox="1"/>
          <p:nvPr>
            <p:ph type="title"/>
          </p:nvPr>
        </p:nvSpPr>
        <p:spPr>
          <a:xfrm>
            <a:off x="720000" y="216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SYSTEM DESIGN</a:t>
            </a:r>
            <a:endParaRPr sz="3200"/>
          </a:p>
        </p:txBody>
      </p:sp>
      <p:sp>
        <p:nvSpPr>
          <p:cNvPr id="605" name="Google Shape;605;p83"/>
          <p:cNvSpPr txBox="1"/>
          <p:nvPr/>
        </p:nvSpPr>
        <p:spPr>
          <a:xfrm>
            <a:off x="855650" y="838200"/>
            <a:ext cx="3245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SIEM Service (Wazuh)</a:t>
            </a:r>
            <a:endParaRPr b="1"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06" name="Google Shape;606;p83"/>
          <p:cNvSpPr/>
          <p:nvPr/>
        </p:nvSpPr>
        <p:spPr>
          <a:xfrm>
            <a:off x="330625" y="2799925"/>
            <a:ext cx="1420113" cy="484800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Elasticsearch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07" name="Google Shape;607;p83"/>
          <p:cNvSpPr/>
          <p:nvPr/>
        </p:nvSpPr>
        <p:spPr>
          <a:xfrm>
            <a:off x="480450" y="1467175"/>
            <a:ext cx="1171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Logstash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08" name="Google Shape;608;p83"/>
          <p:cNvSpPr/>
          <p:nvPr/>
        </p:nvSpPr>
        <p:spPr>
          <a:xfrm>
            <a:off x="2524425" y="1467175"/>
            <a:ext cx="1171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Filebeat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09" name="Google Shape;609;p83"/>
          <p:cNvSpPr/>
          <p:nvPr/>
        </p:nvSpPr>
        <p:spPr>
          <a:xfrm>
            <a:off x="2524425" y="2691175"/>
            <a:ext cx="1171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Suricata</a:t>
            </a:r>
            <a:endParaRPr b="1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10" name="Google Shape;610;p83"/>
          <p:cNvSpPr/>
          <p:nvPr/>
        </p:nvSpPr>
        <p:spPr>
          <a:xfrm>
            <a:off x="370038" y="3803425"/>
            <a:ext cx="13413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Wazuh 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Dashboard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611" name="Google Shape;611;p83"/>
          <p:cNvCxnSpPr>
            <a:stCxn id="608" idx="1"/>
            <a:endCxn id="606" idx="1"/>
          </p:cNvCxnSpPr>
          <p:nvPr/>
        </p:nvCxnSpPr>
        <p:spPr>
          <a:xfrm flipH="1">
            <a:off x="1040625" y="1815925"/>
            <a:ext cx="1483800" cy="98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2" name="Google Shape;612;p83"/>
          <p:cNvCxnSpPr>
            <a:stCxn id="608" idx="1"/>
            <a:endCxn id="607" idx="3"/>
          </p:cNvCxnSpPr>
          <p:nvPr/>
        </p:nvCxnSpPr>
        <p:spPr>
          <a:xfrm rot="10800000">
            <a:off x="1652325" y="1815925"/>
            <a:ext cx="872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3" name="Google Shape;613;p83"/>
          <p:cNvCxnSpPr>
            <a:stCxn id="609" idx="1"/>
            <a:endCxn id="606" idx="4"/>
          </p:cNvCxnSpPr>
          <p:nvPr/>
        </p:nvCxnSpPr>
        <p:spPr>
          <a:xfrm flipH="1">
            <a:off x="1750725" y="3039925"/>
            <a:ext cx="773700" cy="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4" name="Google Shape;614;p83"/>
          <p:cNvCxnSpPr>
            <a:stCxn id="606" idx="3"/>
            <a:endCxn id="610" idx="0"/>
          </p:cNvCxnSpPr>
          <p:nvPr/>
        </p:nvCxnSpPr>
        <p:spPr>
          <a:xfrm>
            <a:off x="1040682" y="3284725"/>
            <a:ext cx="0" cy="51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84"/>
          <p:cNvSpPr/>
          <p:nvPr/>
        </p:nvSpPr>
        <p:spPr>
          <a:xfrm>
            <a:off x="4000500" y="1414225"/>
            <a:ext cx="4920600" cy="357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20" name="Google Shape;620;p84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17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21" name="Google Shape;621;p84"/>
          <p:cNvSpPr/>
          <p:nvPr/>
        </p:nvSpPr>
        <p:spPr>
          <a:xfrm>
            <a:off x="589200" y="3671800"/>
            <a:ext cx="1878000" cy="114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Scheduler Service</a:t>
            </a:r>
            <a:endParaRPr b="1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22" name="Google Shape;622;p84"/>
          <p:cNvSpPr/>
          <p:nvPr/>
        </p:nvSpPr>
        <p:spPr>
          <a:xfrm>
            <a:off x="6746352" y="1902300"/>
            <a:ext cx="1677650" cy="697500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Vector Database 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(Faiss)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23" name="Google Shape;623;p84"/>
          <p:cNvSpPr/>
          <p:nvPr/>
        </p:nvSpPr>
        <p:spPr>
          <a:xfrm>
            <a:off x="4658400" y="1902300"/>
            <a:ext cx="1210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Embedding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Model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24" name="Google Shape;624;p84"/>
          <p:cNvSpPr txBox="1"/>
          <p:nvPr/>
        </p:nvSpPr>
        <p:spPr>
          <a:xfrm>
            <a:off x="5354025" y="953150"/>
            <a:ext cx="2276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GPT</a:t>
            </a:r>
            <a:r>
              <a:rPr b="1"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Service (RAG)</a:t>
            </a:r>
            <a:endParaRPr b="1"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625" name="Google Shape;625;p84"/>
          <p:cNvCxnSpPr>
            <a:stCxn id="621" idx="3"/>
            <a:endCxn id="623" idx="1"/>
          </p:cNvCxnSpPr>
          <p:nvPr/>
        </p:nvCxnSpPr>
        <p:spPr>
          <a:xfrm flipH="1" rot="10800000">
            <a:off x="2467200" y="2251000"/>
            <a:ext cx="2191200" cy="19917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6" name="Google Shape;626;p84"/>
          <p:cNvCxnSpPr>
            <a:endCxn id="622" idx="2"/>
          </p:cNvCxnSpPr>
          <p:nvPr/>
        </p:nvCxnSpPr>
        <p:spPr>
          <a:xfrm>
            <a:off x="5879652" y="2237550"/>
            <a:ext cx="866700" cy="1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27" name="Google Shape;627;p84"/>
          <p:cNvSpPr txBox="1"/>
          <p:nvPr/>
        </p:nvSpPr>
        <p:spPr>
          <a:xfrm>
            <a:off x="6042900" y="1673700"/>
            <a:ext cx="86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Store Logs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28" name="Google Shape;628;p84"/>
          <p:cNvSpPr txBox="1"/>
          <p:nvPr/>
        </p:nvSpPr>
        <p:spPr>
          <a:xfrm>
            <a:off x="3189925" y="3660050"/>
            <a:ext cx="86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5 min interval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29" name="Google Shape;629;p84"/>
          <p:cNvSpPr txBox="1"/>
          <p:nvPr>
            <p:ph type="title"/>
          </p:nvPr>
        </p:nvSpPr>
        <p:spPr>
          <a:xfrm>
            <a:off x="720000" y="216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SYSTEM DESIGN</a:t>
            </a:r>
            <a:endParaRPr sz="3200"/>
          </a:p>
        </p:txBody>
      </p:sp>
      <p:pic>
        <p:nvPicPr>
          <p:cNvPr id="630" name="Google Shape;63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00" y="953150"/>
            <a:ext cx="3252776" cy="26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84"/>
          <p:cNvSpPr txBox="1"/>
          <p:nvPr/>
        </p:nvSpPr>
        <p:spPr>
          <a:xfrm>
            <a:off x="197150" y="618300"/>
            <a:ext cx="223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Suricata Logs</a:t>
            </a:r>
            <a:endParaRPr b="1"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5"/>
          <p:cNvSpPr/>
          <p:nvPr/>
        </p:nvSpPr>
        <p:spPr>
          <a:xfrm>
            <a:off x="4000500" y="1414225"/>
            <a:ext cx="4920600" cy="357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37" name="Google Shape;637;p85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18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38" name="Google Shape;638;p85"/>
          <p:cNvSpPr/>
          <p:nvPr/>
        </p:nvSpPr>
        <p:spPr>
          <a:xfrm>
            <a:off x="6746350" y="1902300"/>
            <a:ext cx="1472950" cy="1158625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Vector Database 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(Faiss)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39" name="Google Shape;639;p85"/>
          <p:cNvSpPr/>
          <p:nvPr/>
        </p:nvSpPr>
        <p:spPr>
          <a:xfrm>
            <a:off x="4658400" y="2130900"/>
            <a:ext cx="1210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Embedding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Model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40" name="Google Shape;640;p85"/>
          <p:cNvSpPr txBox="1"/>
          <p:nvPr/>
        </p:nvSpPr>
        <p:spPr>
          <a:xfrm>
            <a:off x="2991825" y="876950"/>
            <a:ext cx="2276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GPT Service (RAG)</a:t>
            </a:r>
            <a:endParaRPr b="1"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641" name="Google Shape;641;p85"/>
          <p:cNvCxnSpPr>
            <a:endCxn id="638" idx="2"/>
          </p:cNvCxnSpPr>
          <p:nvPr/>
        </p:nvCxnSpPr>
        <p:spPr>
          <a:xfrm>
            <a:off x="5879650" y="2468113"/>
            <a:ext cx="866700" cy="1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42" name="Google Shape;642;p85"/>
          <p:cNvSpPr txBox="1"/>
          <p:nvPr/>
        </p:nvSpPr>
        <p:spPr>
          <a:xfrm>
            <a:off x="5966700" y="1902300"/>
            <a:ext cx="86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Relevant</a:t>
            </a: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Logs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643" name="Google Shape;64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50" y="1431000"/>
            <a:ext cx="3508127" cy="225759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85"/>
          <p:cNvSpPr/>
          <p:nvPr/>
        </p:nvSpPr>
        <p:spPr>
          <a:xfrm>
            <a:off x="720000" y="3943550"/>
            <a:ext cx="21084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Agentic AI Chat Interface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45" name="Google Shape;645;p85"/>
          <p:cNvSpPr/>
          <p:nvPr/>
        </p:nvSpPr>
        <p:spPr>
          <a:xfrm>
            <a:off x="6711400" y="3754350"/>
            <a:ext cx="16725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Generative AI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(Llama3/Qwen)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646" name="Google Shape;646;p85"/>
          <p:cNvCxnSpPr>
            <a:stCxn id="644" idx="3"/>
            <a:endCxn id="639" idx="2"/>
          </p:cNvCxnSpPr>
          <p:nvPr/>
        </p:nvCxnSpPr>
        <p:spPr>
          <a:xfrm flipH="1" rot="10800000">
            <a:off x="2828400" y="2828300"/>
            <a:ext cx="2435400" cy="1464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7" name="Google Shape;647;p85"/>
          <p:cNvCxnSpPr>
            <a:stCxn id="639" idx="2"/>
            <a:endCxn id="645" idx="1"/>
          </p:cNvCxnSpPr>
          <p:nvPr/>
        </p:nvCxnSpPr>
        <p:spPr>
          <a:xfrm flipH="1" rot="-5400000">
            <a:off x="5350200" y="2742000"/>
            <a:ext cx="1274700" cy="1447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48" name="Google Shape;648;p85"/>
          <p:cNvSpPr txBox="1"/>
          <p:nvPr/>
        </p:nvSpPr>
        <p:spPr>
          <a:xfrm>
            <a:off x="4695350" y="3254950"/>
            <a:ext cx="132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User Query + </a:t>
            </a:r>
            <a:r>
              <a:rPr lang="en" sz="11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Relevant Logs +</a:t>
            </a:r>
            <a:endParaRPr sz="11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System Prompt</a:t>
            </a:r>
            <a:endParaRPr sz="11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49" name="Google Shape;649;p85"/>
          <p:cNvSpPr txBox="1"/>
          <p:nvPr/>
        </p:nvSpPr>
        <p:spPr>
          <a:xfrm>
            <a:off x="4542950" y="4245550"/>
            <a:ext cx="132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Response</a:t>
            </a:r>
            <a:endParaRPr sz="11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650" name="Google Shape;650;p85"/>
          <p:cNvCxnSpPr>
            <a:endCxn id="644" idx="2"/>
          </p:cNvCxnSpPr>
          <p:nvPr/>
        </p:nvCxnSpPr>
        <p:spPr>
          <a:xfrm flipH="1">
            <a:off x="1774200" y="4349150"/>
            <a:ext cx="4967700" cy="291900"/>
          </a:xfrm>
          <a:prstGeom prst="curvedConnector4">
            <a:avLst>
              <a:gd fmla="val 39389" name="adj1"/>
              <a:gd fmla="val 18157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51" name="Google Shape;651;p85"/>
          <p:cNvSpPr txBox="1"/>
          <p:nvPr>
            <p:ph type="title"/>
          </p:nvPr>
        </p:nvSpPr>
        <p:spPr>
          <a:xfrm>
            <a:off x="720000" y="216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SYSTEM DESIGN</a:t>
            </a:r>
            <a:endParaRPr sz="3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86"/>
          <p:cNvSpPr txBox="1"/>
          <p:nvPr>
            <p:ph type="title"/>
          </p:nvPr>
        </p:nvSpPr>
        <p:spPr>
          <a:xfrm>
            <a:off x="1229400" y="2425500"/>
            <a:ext cx="71544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</a:t>
            </a:r>
            <a:endParaRPr/>
          </a:p>
        </p:txBody>
      </p:sp>
      <p:sp>
        <p:nvSpPr>
          <p:cNvPr id="657" name="Google Shape;657;p86"/>
          <p:cNvSpPr txBox="1"/>
          <p:nvPr>
            <p:ph idx="2" type="title"/>
          </p:nvPr>
        </p:nvSpPr>
        <p:spPr>
          <a:xfrm>
            <a:off x="1229400" y="1334400"/>
            <a:ext cx="1608600" cy="109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658" name="Google Shape;658;p86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19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87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TECH STACK</a:t>
            </a:r>
            <a:endParaRPr sz="3200"/>
          </a:p>
        </p:txBody>
      </p:sp>
      <p:sp>
        <p:nvSpPr>
          <p:cNvPr id="664" name="Google Shape;664;p87"/>
          <p:cNvSpPr txBox="1"/>
          <p:nvPr>
            <p:ph idx="2" type="subTitle"/>
          </p:nvPr>
        </p:nvSpPr>
        <p:spPr>
          <a:xfrm>
            <a:off x="401400" y="1246325"/>
            <a:ext cx="8219400" cy="6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Language/Framework: Python, FastAPI.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87"/>
          <p:cNvSpPr txBox="1"/>
          <p:nvPr>
            <p:ph idx="2" type="subTitle"/>
          </p:nvPr>
        </p:nvSpPr>
        <p:spPr>
          <a:xfrm>
            <a:off x="386100" y="3405750"/>
            <a:ext cx="8219400" cy="50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Intrusion Detection: Suricata.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87"/>
          <p:cNvSpPr txBox="1"/>
          <p:nvPr>
            <p:ph idx="2" type="subTitle"/>
          </p:nvPr>
        </p:nvSpPr>
        <p:spPr>
          <a:xfrm>
            <a:off x="415200" y="2787750"/>
            <a:ext cx="8219400" cy="50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Visualization: Wazuh Dashboard.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87"/>
          <p:cNvSpPr txBox="1"/>
          <p:nvPr>
            <p:ph idx="2" type="subTitle"/>
          </p:nvPr>
        </p:nvSpPr>
        <p:spPr>
          <a:xfrm>
            <a:off x="415200" y="1949550"/>
            <a:ext cx="8219400" cy="72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Log Management: Wazuh, Logstash, Filebeat Elasticsearch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87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20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88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TECH STACK</a:t>
            </a:r>
            <a:endParaRPr sz="3200"/>
          </a:p>
        </p:txBody>
      </p:sp>
      <p:sp>
        <p:nvSpPr>
          <p:cNvPr id="674" name="Google Shape;674;p88"/>
          <p:cNvSpPr txBox="1"/>
          <p:nvPr>
            <p:ph idx="2" type="subTitle"/>
          </p:nvPr>
        </p:nvSpPr>
        <p:spPr>
          <a:xfrm>
            <a:off x="401400" y="1810075"/>
            <a:ext cx="8219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Containerization: Docker for scalable and isolated service deployment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88"/>
          <p:cNvSpPr txBox="1"/>
          <p:nvPr>
            <p:ph idx="2" type="subTitle"/>
          </p:nvPr>
        </p:nvSpPr>
        <p:spPr>
          <a:xfrm>
            <a:off x="382050" y="1206275"/>
            <a:ext cx="8219400" cy="50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AI/ML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: Ollama, 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LLAMA3/Qwen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FAISS,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 Gradio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88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21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77" name="Google Shape;677;p88"/>
          <p:cNvSpPr txBox="1"/>
          <p:nvPr/>
        </p:nvSpPr>
        <p:spPr>
          <a:xfrm>
            <a:off x="382050" y="3073475"/>
            <a:ext cx="516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ven Pro"/>
              <a:buChar char="●"/>
            </a:pPr>
            <a:r>
              <a:rPr lang="en" sz="2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Threat Intelligence: Virus Total</a:t>
            </a:r>
            <a:endParaRPr sz="2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9"/>
          <p:cNvSpPr txBox="1"/>
          <p:nvPr>
            <p:ph type="title"/>
          </p:nvPr>
        </p:nvSpPr>
        <p:spPr>
          <a:xfrm>
            <a:off x="1229400" y="2425500"/>
            <a:ext cx="71544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 ANALYSIS</a:t>
            </a:r>
            <a:endParaRPr/>
          </a:p>
        </p:txBody>
      </p:sp>
      <p:sp>
        <p:nvSpPr>
          <p:cNvPr id="683" name="Google Shape;683;p89"/>
          <p:cNvSpPr txBox="1"/>
          <p:nvPr>
            <p:ph idx="2" type="title"/>
          </p:nvPr>
        </p:nvSpPr>
        <p:spPr>
          <a:xfrm>
            <a:off x="1229400" y="1334400"/>
            <a:ext cx="1608600" cy="109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684" name="Google Shape;684;p89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22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90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RESULT ANALYSIS</a:t>
            </a:r>
            <a:endParaRPr sz="3200"/>
          </a:p>
        </p:txBody>
      </p:sp>
      <p:sp>
        <p:nvSpPr>
          <p:cNvPr id="690" name="Google Shape;690;p90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23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91" name="Google Shape;691;p90"/>
          <p:cNvSpPr txBox="1"/>
          <p:nvPr/>
        </p:nvSpPr>
        <p:spPr>
          <a:xfrm>
            <a:off x="582450" y="1290350"/>
            <a:ext cx="845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Char char="●"/>
            </a:pPr>
            <a:r>
              <a:rPr lang="en" sz="2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Inference Time = </a:t>
            </a:r>
            <a:r>
              <a:rPr lang="en" sz="2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Retrieval Latency + Generative AI response</a:t>
            </a:r>
            <a:endParaRPr sz="20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92" name="Google Shape;692;p90"/>
          <p:cNvSpPr txBox="1"/>
          <p:nvPr/>
        </p:nvSpPr>
        <p:spPr>
          <a:xfrm>
            <a:off x="582450" y="1823750"/>
            <a:ext cx="8369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Char char="●"/>
            </a:pPr>
            <a:r>
              <a:rPr lang="en" sz="2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Retrieval Latency = Required time to fetch logs from vector database</a:t>
            </a:r>
            <a:endParaRPr sz="20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93" name="Google Shape;693;p90"/>
          <p:cNvSpPr txBox="1"/>
          <p:nvPr/>
        </p:nvSpPr>
        <p:spPr>
          <a:xfrm>
            <a:off x="582450" y="2814350"/>
            <a:ext cx="7966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Char char="●"/>
            </a:pPr>
            <a:r>
              <a:rPr lang="en" sz="2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Memory Usage = Required memory for processing per query</a:t>
            </a:r>
            <a:endParaRPr sz="20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94" name="Google Shape;694;p90"/>
          <p:cNvSpPr txBox="1"/>
          <p:nvPr/>
        </p:nvSpPr>
        <p:spPr>
          <a:xfrm>
            <a:off x="582450" y="3347750"/>
            <a:ext cx="780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Char char="●"/>
            </a:pPr>
            <a:r>
              <a:rPr lang="en" sz="2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User Query/Min = Number of query execution per minute</a:t>
            </a:r>
            <a:endParaRPr sz="20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95" name="Google Shape;695;p90"/>
          <p:cNvSpPr txBox="1"/>
          <p:nvPr/>
        </p:nvSpPr>
        <p:spPr>
          <a:xfrm>
            <a:off x="582450" y="3881150"/>
            <a:ext cx="5161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Char char="●"/>
            </a:pPr>
            <a:r>
              <a:rPr lang="en" sz="2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Human Labeling on conversation logs</a:t>
            </a:r>
            <a:endParaRPr sz="20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91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RESULT ANALYSIS</a:t>
            </a:r>
            <a:endParaRPr sz="3200"/>
          </a:p>
        </p:txBody>
      </p:sp>
      <p:sp>
        <p:nvSpPr>
          <p:cNvPr id="701" name="Google Shape;701;p91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24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702" name="Google Shape;702;p91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400" y="1093925"/>
            <a:ext cx="6425943" cy="39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92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RESULT ANALYSIS</a:t>
            </a:r>
            <a:endParaRPr sz="3200"/>
          </a:p>
        </p:txBody>
      </p:sp>
      <p:sp>
        <p:nvSpPr>
          <p:cNvPr id="708" name="Google Shape;708;p92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25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709" name="Google Shape;709;p92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8600" y="1007025"/>
            <a:ext cx="6425943" cy="39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93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RESULT ANALYSIS</a:t>
            </a:r>
            <a:endParaRPr sz="3200"/>
          </a:p>
        </p:txBody>
      </p:sp>
      <p:sp>
        <p:nvSpPr>
          <p:cNvPr id="715" name="Google Shape;715;p93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26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716" name="Google Shape;716;p93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400" y="1017725"/>
            <a:ext cx="6425943" cy="39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94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RESULT ANALYSIS</a:t>
            </a:r>
            <a:endParaRPr sz="3200"/>
          </a:p>
        </p:txBody>
      </p:sp>
      <p:sp>
        <p:nvSpPr>
          <p:cNvPr id="722" name="Google Shape;722;p94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27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723" name="Google Shape;723;p94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" y="1017725"/>
            <a:ext cx="6425943" cy="39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95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RESULT ANALYSIS</a:t>
            </a:r>
            <a:endParaRPr sz="3200"/>
          </a:p>
        </p:txBody>
      </p:sp>
      <p:sp>
        <p:nvSpPr>
          <p:cNvPr id="729" name="Google Shape;729;p95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28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730" name="Google Shape;730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14500"/>
            <a:ext cx="8839204" cy="3552082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95"/>
          <p:cNvSpPr txBox="1"/>
          <p:nvPr/>
        </p:nvSpPr>
        <p:spPr>
          <a:xfrm>
            <a:off x="268825" y="994650"/>
            <a:ext cx="5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Conversation Logs</a:t>
            </a:r>
            <a:endParaRPr b="1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96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RESULT ANALYSIS</a:t>
            </a:r>
            <a:endParaRPr sz="3200"/>
          </a:p>
        </p:txBody>
      </p:sp>
      <p:sp>
        <p:nvSpPr>
          <p:cNvPr id="737" name="Google Shape;737;p96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29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738" name="Google Shape;738;p96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600" y="1155875"/>
            <a:ext cx="6425949" cy="3682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97"/>
          <p:cNvSpPr txBox="1"/>
          <p:nvPr>
            <p:ph type="title"/>
          </p:nvPr>
        </p:nvSpPr>
        <p:spPr>
          <a:xfrm>
            <a:off x="1229400" y="2425500"/>
            <a:ext cx="71544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COMPETITOR ANALYSIS</a:t>
            </a:r>
            <a:endParaRPr/>
          </a:p>
        </p:txBody>
      </p:sp>
      <p:sp>
        <p:nvSpPr>
          <p:cNvPr id="744" name="Google Shape;744;p97"/>
          <p:cNvSpPr txBox="1"/>
          <p:nvPr>
            <p:ph idx="2" type="title"/>
          </p:nvPr>
        </p:nvSpPr>
        <p:spPr>
          <a:xfrm>
            <a:off x="1229400" y="1334400"/>
            <a:ext cx="1608600" cy="109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745" name="Google Shape;745;p97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30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98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COMPETITOR ANALYSIS</a:t>
            </a:r>
            <a:endParaRPr sz="3200"/>
          </a:p>
        </p:txBody>
      </p:sp>
      <p:sp>
        <p:nvSpPr>
          <p:cNvPr id="751" name="Google Shape;751;p98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31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graphicFrame>
        <p:nvGraphicFramePr>
          <p:cNvPr id="752" name="Google Shape;752;p98"/>
          <p:cNvGraphicFramePr/>
          <p:nvPr/>
        </p:nvGraphicFramePr>
        <p:xfrm>
          <a:off x="5268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{D31DABF8-7924-4772-9173-371E846F10E3}</a:tableStyleId>
              </a:tblPr>
              <a:tblGrid>
                <a:gridCol w="1903850"/>
                <a:gridCol w="1903850"/>
                <a:gridCol w="1903850"/>
                <a:gridCol w="1903850"/>
              </a:tblGrid>
              <a:tr h="4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Feature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Datalex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Splunk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Fortinet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Offline AI Processing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✅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❌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❌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More Control over AI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❌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Support for Multiple AI models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✅</a:t>
                      </a:r>
                      <a:endParaRPr sz="1200">
                        <a:solidFill>
                          <a:schemeClr val="lt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❌</a:t>
                      </a:r>
                      <a:endParaRPr sz="1200">
                        <a:solidFill>
                          <a:schemeClr val="lt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❌</a:t>
                      </a:r>
                      <a:endParaRPr sz="1200">
                        <a:solidFill>
                          <a:schemeClr val="lt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42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Support for Bangla Language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✅</a:t>
                      </a:r>
                      <a:endParaRPr sz="1200">
                        <a:solidFill>
                          <a:schemeClr val="lt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❌</a:t>
                      </a:r>
                      <a:endParaRPr sz="1200">
                        <a:solidFill>
                          <a:schemeClr val="lt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❌</a:t>
                      </a:r>
                      <a:endParaRPr sz="1200">
                        <a:solidFill>
                          <a:schemeClr val="lt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99"/>
          <p:cNvSpPr txBox="1"/>
          <p:nvPr>
            <p:ph type="title"/>
          </p:nvPr>
        </p:nvSpPr>
        <p:spPr>
          <a:xfrm>
            <a:off x="1229400" y="2425500"/>
            <a:ext cx="71544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WORKS</a:t>
            </a:r>
            <a:endParaRPr/>
          </a:p>
        </p:txBody>
      </p:sp>
      <p:sp>
        <p:nvSpPr>
          <p:cNvPr id="758" name="Google Shape;758;p99"/>
          <p:cNvSpPr txBox="1"/>
          <p:nvPr>
            <p:ph idx="2" type="title"/>
          </p:nvPr>
        </p:nvSpPr>
        <p:spPr>
          <a:xfrm>
            <a:off x="1229400" y="1334400"/>
            <a:ext cx="1608600" cy="109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759" name="Google Shape;759;p99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32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00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FUTURE WORKS</a:t>
            </a:r>
            <a:endParaRPr sz="3200"/>
          </a:p>
        </p:txBody>
      </p:sp>
      <p:sp>
        <p:nvSpPr>
          <p:cNvPr id="765" name="Google Shape;765;p100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33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66" name="Google Shape;766;p100"/>
          <p:cNvSpPr txBox="1"/>
          <p:nvPr/>
        </p:nvSpPr>
        <p:spPr>
          <a:xfrm>
            <a:off x="465950" y="1980600"/>
            <a:ext cx="824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Char char="●"/>
            </a:pPr>
            <a:r>
              <a:rPr lang="en" sz="2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Need more fine tune of RAG for better outputs.</a:t>
            </a:r>
            <a:endParaRPr sz="20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67" name="Google Shape;767;p100"/>
          <p:cNvSpPr txBox="1"/>
          <p:nvPr/>
        </p:nvSpPr>
        <p:spPr>
          <a:xfrm>
            <a:off x="465950" y="2666400"/>
            <a:ext cx="824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Char char="●"/>
            </a:pPr>
            <a:r>
              <a:rPr lang="en" sz="2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Add support for custom knowledgebase.</a:t>
            </a:r>
            <a:endParaRPr sz="20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01"/>
          <p:cNvSpPr txBox="1"/>
          <p:nvPr>
            <p:ph type="title"/>
          </p:nvPr>
        </p:nvSpPr>
        <p:spPr>
          <a:xfrm>
            <a:off x="2347969" y="212977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773" name="Google Shape;773;p101"/>
          <p:cNvSpPr txBox="1"/>
          <p:nvPr>
            <p:ph idx="4294967295" type="subTitle"/>
          </p:nvPr>
        </p:nvSpPr>
        <p:spPr>
          <a:xfrm>
            <a:off x="2331800" y="3068700"/>
            <a:ext cx="4448100" cy="4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 you have any questions?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02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REFERENCE</a:t>
            </a:r>
            <a:endParaRPr sz="3200"/>
          </a:p>
        </p:txBody>
      </p:sp>
      <p:sp>
        <p:nvSpPr>
          <p:cNvPr id="779" name="Google Shape;779;p102"/>
          <p:cNvSpPr txBox="1"/>
          <p:nvPr/>
        </p:nvSpPr>
        <p:spPr>
          <a:xfrm>
            <a:off x="322600" y="1308275"/>
            <a:ext cx="73119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AI Test Case: </a:t>
            </a:r>
            <a:r>
              <a:rPr lang="en" sz="1200" u="sng">
                <a:solidFill>
                  <a:schemeClr val="hlink"/>
                </a:solidFill>
                <a:latin typeface="Maven Pro"/>
                <a:ea typeface="Maven Pro"/>
                <a:cs typeface="Maven Pro"/>
                <a:sym typeface="Maven Pro"/>
                <a:hlinkClick r:id="rId3"/>
              </a:rPr>
              <a:t>conversation_log_20250301_024007.xlsx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[GPU Requirement Guide for LLaMA3](https://apxml.com/posts/ultimate-system-requirements-llama-3-models)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[Building a LLaMA 3.2-11B-Based RAG System](https://www.e2enetworks.com/blog/building-a-llama-3-2-11b-based-rag-system-with-vision-model-integration)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[Wazuh Server Installation Guide](https://documentation.wazuh.com/current/installation-guide/wazuh-server/index.html)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[Elastic Stack Integration with Wazuh](https://documentation.wazuh.com/current/integrations-guide/elastic-stack/index.html)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mpany Best Practices by Slidesgo">
  <a:themeElements>
    <a:clrScheme name="Simple Light">
      <a:dk1>
        <a:srgbClr val="FFFFFF"/>
      </a:dk1>
      <a:lt1>
        <a:srgbClr val="000000"/>
      </a:lt1>
      <a:dk2>
        <a:srgbClr val="B6D7A8"/>
      </a:dk2>
      <a:lt2>
        <a:srgbClr val="94E3CC"/>
      </a:lt2>
      <a:accent1>
        <a:srgbClr val="14A178"/>
      </a:accent1>
      <a:accent2>
        <a:srgbClr val="065640"/>
      </a:accent2>
      <a:accent3>
        <a:srgbClr val="022D26"/>
      </a:accent3>
      <a:accent4>
        <a:srgbClr val="000F0C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mpany Best Practices by Slidesgo">
  <a:themeElements>
    <a:clrScheme name="Simple Light">
      <a:dk1>
        <a:srgbClr val="FFFFFF"/>
      </a:dk1>
      <a:lt1>
        <a:srgbClr val="000000"/>
      </a:lt1>
      <a:dk2>
        <a:srgbClr val="B6D7A8"/>
      </a:dk2>
      <a:lt2>
        <a:srgbClr val="94E3CC"/>
      </a:lt2>
      <a:accent1>
        <a:srgbClr val="14A178"/>
      </a:accent1>
      <a:accent2>
        <a:srgbClr val="065640"/>
      </a:accent2>
      <a:accent3>
        <a:srgbClr val="022D26"/>
      </a:accent3>
      <a:accent4>
        <a:srgbClr val="000F0C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