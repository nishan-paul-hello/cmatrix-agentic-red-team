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18795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2 — The Dependency-Reasoning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1695" y="905256"/>
            <a:ext cx="5447995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1181405"/>
            <a:ext cx="13716" cy="5105095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118140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PENTESTEVAL GT INJECTION ABLATION — TASK SCORE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47902" y="1844345"/>
            <a:ext cx="10973" cy="3047695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62049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237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85439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48049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97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43000" y="4892040"/>
            <a:ext cx="4572000" cy="10973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3710635"/>
            <a:ext cx="742950" cy="118140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86254" y="2986430"/>
            <a:ext cx="742950" cy="724205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29254" y="2873045"/>
            <a:ext cx="742950" cy="114300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2254" y="2339035"/>
            <a:ext cx="742950" cy="53309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4500" y="3711550"/>
            <a:ext cx="1143000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857500" y="2987345"/>
            <a:ext cx="1143000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00500" y="2873045"/>
            <a:ext cx="1143000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28700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(0.31)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171700" y="2752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+0.19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14700" y="2642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5770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+0.14 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1673352"/>
            <a:ext cx="1691640" cy="292608"/>
          </a:xfrm>
          <a:prstGeom prst="roundRect">
            <a:avLst>
              <a:gd name="adj" fmla="val 28125"/>
            </a:avLst>
          </a:prstGeom>
          <a:solidFill>
            <a:srgbClr val="A063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97680" y="1673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single-stage gain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303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 Baseline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5303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GT Weakness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5303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GT Weakness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5303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GT Attack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61695" y="5742432"/>
            <a:ext cx="49533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PentestEval (Yang et al., 2025)</a:t>
            </a:r>
            <a:endParaRPr lang="en-US" sz="975" dirty="0"/>
          </a:p>
        </p:txBody>
      </p:sp>
      <p:sp>
        <p:nvSpPr>
          <p:cNvPr id="31" name="Text 29"/>
          <p:cNvSpPr txBox="1"/>
          <p:nvPr/>
        </p:nvSpPr>
        <p:spPr>
          <a:xfrm>
            <a:off x="6476695" y="2286000"/>
            <a:ext cx="49533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A06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PENTESTEVAL  ·  12 REAL-WORLD SCENARIOS  ·  346 TASKS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6476695" y="2542032"/>
            <a:ext cx="49533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Decision-Making (ADM) is the single weakest stage — Spearman ρ = 0.25.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6476695" y="3310128"/>
            <a:ext cx="4953305" cy="9144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6695" y="3310128"/>
            <a:ext cx="28346" cy="91440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65976" y="3401568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ADM injection adds +0.14 on top of already-perfect weakness discovery. No existing system closes this gap.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476695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6476695" y="4956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 SPEARMAN ρ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+0.14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4956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ADM GAIN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515100"/>
            <a:ext cx="12191695" cy="10058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332720" y="6620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0" y="6829654"/>
            <a:ext cx="3047695" cy="28346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2026-09-03T09:31:26Z</dcterms:created>
  <dcterms:modified xsi:type="dcterms:W3CDTF">2026-09-03T09:31:26Z</dcterms:modified>
</cp:coreProperties>
</file>