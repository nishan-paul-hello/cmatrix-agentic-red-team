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Project Timeline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028700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09675"/>
            <a:ext cx="4762500" cy="266700"/>
          </a:xfrm>
          <a:prstGeom prst="roundRect">
            <a:avLst>
              <a:gd name="adj" fmla="val 13714"/>
            </a:avLst>
          </a:prstGeom>
          <a:solidFill>
            <a:srgbClr val="F0EE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09675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A1A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6-MONTH PROJECT   ·   SEPTEMBER 2026 — FEBRUARY 2027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76500" y="3662362"/>
            <a:ext cx="200025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476750" y="3662362"/>
            <a:ext cx="3238500" cy="28575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8" name="Shape 6"/>
          <p:cNvSpPr/>
          <p:nvPr/>
        </p:nvSpPr>
        <p:spPr>
          <a:xfrm>
            <a:off x="7715250" y="3662362"/>
            <a:ext cx="2000250" cy="28575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9" name="Shape 7"/>
          <p:cNvSpPr/>
          <p:nvPr/>
        </p:nvSpPr>
        <p:spPr>
          <a:xfrm>
            <a:off x="2847975" y="3238500"/>
            <a:ext cx="19050" cy="3048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33500" y="2314575"/>
            <a:ext cx="3048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SEP 05,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33500" y="25717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Inception Defense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724150" y="3543300"/>
            <a:ext cx="266700" cy="266700"/>
          </a:xfrm>
          <a:prstGeom prst="ellipse">
            <a:avLst/>
          </a:prstGeom>
          <a:solidFill>
            <a:srgbClr val="8B1A1A"/>
          </a:solidFill>
          <a:ln w="47625">
            <a:solidFill>
              <a:srgbClr val="F7F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7975" y="3810000"/>
            <a:ext cx="19050" cy="4572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33500" y="4267200"/>
            <a:ext cx="304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6B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10:00 – 10:15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76400" y="4514850"/>
            <a:ext cx="2362200" cy="476250"/>
          </a:xfrm>
          <a:prstGeom prst="roundRect">
            <a:avLst>
              <a:gd name="adj" fmla="val 5760"/>
            </a:avLst>
          </a:prstGeom>
          <a:solidFill>
            <a:srgbClr val="F5E6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28800" y="4514850"/>
            <a:ext cx="2057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B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Phase: Literature and Architecture</a:t>
            </a:r>
            <a:endParaRPr lang="en-US" sz="1125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143500"/>
            <a:ext cx="2057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Literature review compiled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architecture designed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Evaluation strategy locked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6475" y="3238500"/>
            <a:ext cx="19050" cy="30480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2314575"/>
            <a:ext cx="3048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NOV 21, 2026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5717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Mid Defense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962650" y="3543300"/>
            <a:ext cx="266700" cy="266700"/>
          </a:xfrm>
          <a:prstGeom prst="ellipse">
            <a:avLst/>
          </a:prstGeom>
          <a:solidFill>
            <a:srgbClr val="2E4A7A"/>
          </a:solidFill>
          <a:ln w="47625">
            <a:solidFill>
              <a:srgbClr val="F7F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6475" y="3810000"/>
            <a:ext cx="19050" cy="45720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4267200"/>
            <a:ext cx="304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6B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09:00 – 15:00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4900" y="4514850"/>
            <a:ext cx="2362200" cy="476250"/>
          </a:xfrm>
          <a:prstGeom prst="roundRect">
            <a:avLst>
              <a:gd name="adj" fmla="val 5760"/>
            </a:avLst>
          </a:prstGeom>
          <a:solidFill>
            <a:srgbClr val="E6EA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67300" y="4514850"/>
            <a:ext cx="2057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A7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Phase: Core Framework Implementation</a:t>
            </a:r>
            <a:endParaRPr lang="en-US" sz="1125" dirty="0"/>
          </a:p>
        </p:txBody>
      </p:sp>
      <p:sp>
        <p:nvSpPr>
          <p:cNvPr id="26" name="Text 24"/>
          <p:cNvSpPr txBox="1"/>
          <p:nvPr/>
        </p:nvSpPr>
        <p:spPr>
          <a:xfrm>
            <a:off x="5067300" y="5143500"/>
            <a:ext cx="2057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VDG mechanism integration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Autonomous agentic loop execution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 target environment testing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24975" y="3238500"/>
            <a:ext cx="19050" cy="304800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0500" y="2314575"/>
            <a:ext cx="3048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FEB 20, 2027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10500" y="25717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Final Defense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201150" y="3543300"/>
            <a:ext cx="266700" cy="266700"/>
          </a:xfrm>
          <a:prstGeom prst="ellipse">
            <a:avLst/>
          </a:prstGeom>
          <a:solidFill>
            <a:srgbClr val="A0631A"/>
          </a:solidFill>
          <a:ln w="47625">
            <a:solidFill>
              <a:srgbClr val="F7F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4975" y="3810000"/>
            <a:ext cx="19050" cy="457200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0500" y="4267200"/>
            <a:ext cx="3048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70" kern="0" dirty="0">
                <a:solidFill>
                  <a:srgbClr val="6B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09:00 – 15:00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53400" y="4514850"/>
            <a:ext cx="2362200" cy="476250"/>
          </a:xfrm>
          <a:prstGeom prst="roundRect">
            <a:avLst>
              <a:gd name="adj" fmla="val 5760"/>
            </a:avLst>
          </a:prstGeom>
          <a:solidFill>
            <a:srgbClr val="F5EA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05800" y="4514850"/>
            <a:ext cx="2057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063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Phase: Full Evaluation and Writeup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8305800" y="5143500"/>
            <a:ext cx="2057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Empirical benchmark testing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Comparative performance analysis</a:t>
            </a:r>
            <a:endParaRPr lang="en-US" sz="105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project submission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477500" y="6619875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20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0" y="6829425"/>
            <a:ext cx="97536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2026-09-03T17:35:11Z</dcterms:created>
  <dcterms:modified xsi:type="dcterms:W3CDTF">2026-09-03T17:35:11Z</dcterms:modified>
</cp:coreProperties>
</file>