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Prior System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81075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1143000"/>
            <a:ext cx="990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DIMENSIONS THAT MATTER MOST  ·  PRELIMINARY 11-PAPER REVIEW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85900"/>
          <a:ext cx="1066830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60320"/>
                <a:gridCol w="2347265"/>
                <a:gridCol w="224028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SYSTEM</a:t>
                      </a:r>
                      <a:endParaRPr lang="en-US" sz="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ARCHITECTURE</a:t>
                      </a:r>
                      <a:endParaRPr lang="en-US" sz="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DEPENDENCY MODELING</a:t>
                      </a:r>
                      <a:endParaRPr lang="en-US" sz="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CROSS-SESSION MEMORY</a:t>
                      </a:r>
                      <a:endParaRPr lang="en-US" sz="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BENCHMARK</a:t>
                      </a:r>
                      <a:endParaRPr lang="en-US" sz="8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Fang et al. 2024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Single agent (ReAct)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15 CVEs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HPTSA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Hierarchical planner + tasks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Flat dispatch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14 zero-day CVEs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PentestGPT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Split reasoning / parsing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A0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~ Implicit (LLM only)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HTB / VulnHub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VulnBot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Multi-agent, role-specialised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Flat dispatch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HTB-style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CHECKMATE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Agent + classical planner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Explicit, pre-enumerated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Curated only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Incalmo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Multi-host orchestration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A0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~ Partial (host/cred)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MHBench (40)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PrediQL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LLM-guided fuzzer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A0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~ Schema-derived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None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 GraphQL APIs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RedGrid (proposed)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4-layer multi-agent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Dynamic VDG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3-tier memory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Web + GraphQL + Multi-host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5152" y="5710428"/>
            <a:ext cx="990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PRELIMINARY READING — 11-PAPER FOCUSED REVIEW, SEPTEMBER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62000" y="5710428"/>
            <a:ext cx="27432" cy="20116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6515100"/>
            <a:ext cx="12191695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295" y="661035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6829425"/>
            <a:ext cx="4267093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2026-09-03T10:00:43Z</dcterms:created>
  <dcterms:modified xsi:type="dcterms:W3CDTF">2026-09-03T10:00:43Z</dcterms:modified>
</cp:coreProperties>
</file>