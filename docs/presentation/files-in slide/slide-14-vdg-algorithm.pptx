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419100"/>
            <a:ext cx="9906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Architecture — A Rough Sketch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28700"/>
            <a:ext cx="5448300" cy="285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2000" y="1238250"/>
            <a:ext cx="2133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b="1" spc="200" kern="0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WORLD MODEL
</a:t>
            </a:r>
            <a:endParaRPr lang="en-US" sz="11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4A4A5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Confirmed facts vs. attack hypotheses — kept strictly separate.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086100" y="1695450"/>
            <a:ext cx="228600" cy="2133600"/>
          </a:xfrm>
          <a:prstGeom prst="rightBracket">
            <a:avLst/>
          </a:prstGeom>
          <a:ln w="28575">
            <a:solidFill>
              <a:srgbClr val="8B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3314700" y="2667000"/>
            <a:ext cx="133350" cy="190500"/>
          </a:xfrm>
          <a:prstGeom prst="triangle">
            <a:avLst/>
          </a:prstGeom>
          <a:solidFill>
            <a:srgbClr val="8B1A1A"/>
          </a:solidFill>
          <a:ln/>
        </p:spPr>
      </p:sp>
      <p:sp>
        <p:nvSpPr>
          <p:cNvPr id="7" name="Shape 5"/>
          <p:cNvSpPr/>
          <p:nvPr/>
        </p:nvSpPr>
        <p:spPr>
          <a:xfrm>
            <a:off x="4152900" y="1524000"/>
            <a:ext cx="19050" cy="61912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8" name="Shape 6"/>
          <p:cNvSpPr/>
          <p:nvPr/>
        </p:nvSpPr>
        <p:spPr>
          <a:xfrm>
            <a:off x="4152900" y="2143125"/>
            <a:ext cx="19050" cy="619125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9" name="Shape 7"/>
          <p:cNvSpPr/>
          <p:nvPr/>
        </p:nvSpPr>
        <p:spPr>
          <a:xfrm>
            <a:off x="4152900" y="2762250"/>
            <a:ext cx="19050" cy="619125"/>
          </a:xfrm>
          <a:prstGeom prst="rect">
            <a:avLst/>
          </a:prstGeom>
          <a:solidFill>
            <a:srgbClr val="A0631A"/>
          </a:solidFill>
          <a:ln/>
        </p:spPr>
      </p:sp>
      <p:sp>
        <p:nvSpPr>
          <p:cNvPr id="10" name="Shape 8"/>
          <p:cNvSpPr/>
          <p:nvPr/>
        </p:nvSpPr>
        <p:spPr>
          <a:xfrm>
            <a:off x="4152900" y="3381375"/>
            <a:ext cx="19050" cy="619125"/>
          </a:xfrm>
          <a:prstGeom prst="rect">
            <a:avLst/>
          </a:prstGeom>
          <a:solidFill>
            <a:srgbClr val="2A6B3C"/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0" y="1457325"/>
            <a:ext cx="323850" cy="323850"/>
          </a:xfrm>
          <a:prstGeom prst="ellipse">
            <a:avLst/>
          </a:prstGeom>
          <a:solidFill>
            <a:srgbClr val="8B1A1A"/>
          </a:solidFill>
          <a:ln w="57150">
            <a:solidFill>
              <a:srgbClr val="F7F4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00500" y="145732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29150" y="123825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Mission Planner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15150" y="1238250"/>
            <a:ext cx="4514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Takes in the target. Starts the scan. Stays in control.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00500" y="2219325"/>
            <a:ext cx="323850" cy="323850"/>
          </a:xfrm>
          <a:prstGeom prst="ellipse">
            <a:avLst/>
          </a:prstGeom>
          <a:solidFill>
            <a:srgbClr val="2E4A7A"/>
          </a:solidFill>
          <a:ln w="57150">
            <a:solidFill>
              <a:srgbClr val="F7F4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00500" y="221932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29150" y="200025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Decision-Maker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15150" y="2000250"/>
            <a:ext cx="4514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Decides what to attack next — using the dependency graph.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00500" y="2981325"/>
            <a:ext cx="323850" cy="323850"/>
          </a:xfrm>
          <a:prstGeom prst="ellipse">
            <a:avLst/>
          </a:prstGeom>
          <a:solidFill>
            <a:srgbClr val="A0631A"/>
          </a:solidFill>
          <a:ln w="57150">
            <a:solidFill>
              <a:srgbClr val="F7F4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00500" y="298132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29150" y="276225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Specialist Agents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15150" y="2762250"/>
            <a:ext cx="4514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Web, GraphQL, Network — each focused on one attack type.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00500" y="3743325"/>
            <a:ext cx="323850" cy="323850"/>
          </a:xfrm>
          <a:prstGeom prst="ellipse">
            <a:avLst/>
          </a:prstGeom>
          <a:solidFill>
            <a:srgbClr val="2A6B3C"/>
          </a:solidFill>
          <a:ln w="57150">
            <a:solidFill>
              <a:srgbClr val="F7F4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00500" y="374332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629150" y="352425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Execute and Validate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15150" y="3524250"/>
            <a:ext cx="4514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Runs the attack. Checks if it worked.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rot="5400000">
            <a:off x="5981700" y="933450"/>
            <a:ext cx="228600" cy="7467600"/>
          </a:xfrm>
          <a:prstGeom prst="rightBracket">
            <a:avLst/>
          </a:prstGeom>
          <a:ln w="28575">
            <a:solidFill>
              <a:srgbClr val="2E4A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5791200" y="4400550"/>
            <a:ext cx="133350" cy="133350"/>
          </a:xfrm>
          <a:prstGeom prst="triangle">
            <a:avLst/>
          </a:prstGeom>
          <a:solidFill>
            <a:srgbClr val="2E4A7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362200" y="4857750"/>
            <a:ext cx="7467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spc="200" kern="0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MEMORY
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4A4A5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Remembers strategies and failures. Reuses what worked.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2000" y="6619875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RedGrid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525000" y="6619875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20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829425"/>
            <a:ext cx="7924800" cy="28575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2026-09-03T14:24:39Z</dcterms:created>
  <dcterms:modified xsi:type="dcterms:W3CDTF">2026-09-03T14:24:39Z</dcterms:modified>
</cp:coreProperties>
</file>