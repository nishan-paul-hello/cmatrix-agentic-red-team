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1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05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67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91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53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5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77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39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01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63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25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87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49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811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81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762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1143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1524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1905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2667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3048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3429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0" y="3810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0" y="4191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0" y="4953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0" y="5334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0" y="5715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0" y="6096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0" y="6477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000000">
                <a:alpha val="5000"/>
              </a:srgbClr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0" y="146304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500" kern="0" dirty="0">
                <a:solidFill>
                  <a:srgbClr val="8B1A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REDGRID</a:t>
            </a:r>
            <a:endParaRPr lang="en-US" sz="2400" dirty="0"/>
          </a:p>
        </p:txBody>
      </p:sp>
      <p:sp>
        <p:nvSpPr>
          <p:cNvPr id="55" name="Text 53"/>
          <p:cNvSpPr txBox="1"/>
          <p:nvPr/>
        </p:nvSpPr>
        <p:spPr>
          <a:xfrm>
            <a:off x="0" y="1874520"/>
            <a:ext cx="121916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spc="-100" kern="0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Thank You</a:t>
            </a:r>
            <a:endParaRPr lang="en-US" sz="8200" dirty="0"/>
          </a:p>
        </p:txBody>
      </p:sp>
      <p:sp>
        <p:nvSpPr>
          <p:cNvPr id="56" name="Text 54"/>
          <p:cNvSpPr txBox="1"/>
          <p:nvPr/>
        </p:nvSpPr>
        <p:spPr>
          <a:xfrm>
            <a:off x="0" y="3108960"/>
            <a:ext cx="12191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300" kern="0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FLOOR OPEN FOR QUESTIONS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61695" y="5074920"/>
            <a:ext cx="6766560" cy="1207008"/>
          </a:xfrm>
          <a:prstGeom prst="roundRect">
            <a:avLst>
              <a:gd name="adj" fmla="val 7576"/>
            </a:avLst>
          </a:prstGeom>
          <a:solidFill>
            <a:srgbClr val="FFFFFF">
              <a:alpha val="65000"/>
            </a:srgbClr>
          </a:solidFill>
          <a:ln/>
          <a:effectLst>
            <a:outerShdw sx="100000" sy="100000" kx="0" ky="0" algn="bl" rotWithShape="0" blurRad="152400" dist="38100" dir="5400000">
              <a:srgbClr val="000000">
                <a:alpha val="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761695" y="5074920"/>
            <a:ext cx="38100" cy="1207008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90295" y="52212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Nishan Paul and Md Rakibur Rahman</a:t>
            </a:r>
            <a:endParaRPr lang="en-US" sz="1800" dirty="0"/>
          </a:p>
        </p:txBody>
      </p:sp>
      <p:sp>
        <p:nvSpPr>
          <p:cNvPr id="60" name="Text 58"/>
          <p:cNvSpPr txBox="1"/>
          <p:nvPr/>
        </p:nvSpPr>
        <p:spPr>
          <a:xfrm>
            <a:off x="990295" y="558698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5A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UNIVERSITY OF DHAKA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990295" y="57972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5A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PROFESSIONAL MASTERS IN INFORMATION AND CYBER SECURITY (PMICS)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990295" y="6007608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5A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CSE 810: PROJECT ON CYBER SECURITY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0" y="6515100"/>
            <a:ext cx="12191695" cy="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784080" y="657225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/ 21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0" y="6819900"/>
            <a:ext cx="11582400" cy="38100"/>
          </a:xfrm>
          <a:prstGeom prst="rect">
            <a:avLst/>
          </a:prstGeom>
          <a:solidFill>
            <a:srgbClr val="8B1A1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2026-09-03T23:01:13Z</dcterms:created>
  <dcterms:modified xsi:type="dcterms:W3CDTF">2026-09-03T23:01:13Z</dcterms:modified>
</cp:coreProperties>
</file>