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71486"/>
            <a:ext cx="12191695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E5393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REDGRID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0" y="895328"/>
            <a:ext cx="12191695" cy="1066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7F4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0" y="1962101"/>
            <a:ext cx="121916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 OPEN FOR QUESTIONS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61981" y="2343091"/>
            <a:ext cx="10667733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981" y="2533587"/>
            <a:ext cx="2495488" cy="1028674"/>
          </a:xfrm>
          <a:prstGeom prst="roundRect">
            <a:avLst>
              <a:gd name="adj" fmla="val 5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1709" y="2685983"/>
            <a:ext cx="304792" cy="304792"/>
          </a:xfrm>
          <a:prstGeom prst="roundRect">
            <a:avLst>
              <a:gd name="adj" fmla="val 13500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8" name="Image 0" descr="/home/claude/pptx/icons/doc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382" y="2752656"/>
            <a:ext cx="171446" cy="17144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71709" y="2685983"/>
            <a:ext cx="2276032" cy="36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71709" y="3200320"/>
            <a:ext cx="2276032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8C8C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PAPERS SURVEYED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486063" y="2533587"/>
            <a:ext cx="2495488" cy="1028674"/>
          </a:xfrm>
          <a:prstGeom prst="roundRect">
            <a:avLst>
              <a:gd name="adj" fmla="val 5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95791" y="2685983"/>
            <a:ext cx="304792" cy="304792"/>
          </a:xfrm>
          <a:prstGeom prst="roundRect">
            <a:avLst>
              <a:gd name="adj" fmla="val 13500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3" name="Image 1" descr="/home/claude/pptx/icons/diverg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464" y="2752656"/>
            <a:ext cx="171446" cy="17144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95791" y="2685983"/>
            <a:ext cx="2276032" cy="36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3595791" y="3200320"/>
            <a:ext cx="2276032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8C8C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CONTRIBUTION DIRECTIONS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210145" y="2533587"/>
            <a:ext cx="2495488" cy="1028674"/>
          </a:xfrm>
          <a:prstGeom prst="roundRect">
            <a:avLst>
              <a:gd name="adj" fmla="val 5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19873" y="2685983"/>
            <a:ext cx="304792" cy="304792"/>
          </a:xfrm>
          <a:prstGeom prst="roundRect">
            <a:avLst>
              <a:gd name="adj" fmla="val 13500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8" name="Image 2" descr="/home/claude/pptx/icons/targ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546" y="2752656"/>
            <a:ext cx="171446" cy="17144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19873" y="2685983"/>
            <a:ext cx="2276032" cy="36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6319873" y="3200320"/>
            <a:ext cx="2276032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8C8C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ATTACK SURFACES FOR EVALUATION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8934227" y="2533587"/>
            <a:ext cx="2495488" cy="1028674"/>
          </a:xfrm>
          <a:prstGeom prst="roundRect">
            <a:avLst>
              <a:gd name="adj" fmla="val 5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43955" y="2685983"/>
            <a:ext cx="304792" cy="304792"/>
          </a:xfrm>
          <a:prstGeom prst="roundRect">
            <a:avLst>
              <a:gd name="adj" fmla="val 13500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23" name="Image 3" descr="/home/claude/pptx/icons/war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628" y="2752656"/>
            <a:ext cx="171446" cy="17144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43955" y="2685983"/>
            <a:ext cx="2276032" cy="36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40</a:t>
            </a:r>
            <a:endParaRPr lang="en-US" sz="2600" dirty="0"/>
          </a:p>
        </p:txBody>
      </p:sp>
      <p:sp>
        <p:nvSpPr>
          <p:cNvPr id="25" name="Text 19"/>
          <p:cNvSpPr txBox="1"/>
          <p:nvPr/>
        </p:nvSpPr>
        <p:spPr>
          <a:xfrm>
            <a:off x="9043955" y="3200320"/>
            <a:ext cx="2276032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8C8C9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CVES IN PRIMARY BENCHMARK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761981" y="3905152"/>
            <a:ext cx="3403515" cy="857229"/>
          </a:xfrm>
          <a:prstGeom prst="roundRect">
            <a:avLst>
              <a:gd name="adj" fmla="val 4267"/>
            </a:avLst>
          </a:prstGeom>
          <a:solidFill>
            <a:srgbClr val="A0631A">
              <a:alpha val="8000"/>
            </a:srgbClr>
          </a:solidFill>
          <a:ln w="12700">
            <a:solidFill>
              <a:srgbClr val="A0631A">
                <a:alpha val="15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61981" y="3905152"/>
            <a:ext cx="0" cy="857229"/>
          </a:xfrm>
          <a:prstGeom prst="line">
            <a:avLst/>
          </a:prstGeom>
          <a:noFill/>
          <a:ln w="28575">
            <a:solidFill>
              <a:srgbClr val="A0631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08285" y="3996592"/>
            <a:ext cx="380990" cy="380990"/>
          </a:xfrm>
          <a:prstGeom prst="ellipse">
            <a:avLst/>
          </a:prstGeom>
          <a:solidFill>
            <a:srgbClr val="A0631A">
              <a:alpha val="15000"/>
            </a:srgbClr>
          </a:solidFill>
          <a:ln/>
        </p:spPr>
      </p:sp>
      <p:pic>
        <p:nvPicPr>
          <p:cNvPr id="29" name="Image 4" descr="/home/claude/pptx/icons/share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008" y="4082315"/>
            <a:ext cx="209545" cy="20954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17291" y="3978304"/>
            <a:ext cx="2620188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VDG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1417291" y="4267093"/>
            <a:ext cx="2620188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9D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Vulnerability Dependency Graph: The graph we plan to build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394090" y="3905152"/>
            <a:ext cx="3403515" cy="857229"/>
          </a:xfrm>
          <a:prstGeom prst="roundRect">
            <a:avLst>
              <a:gd name="adj" fmla="val 4267"/>
            </a:avLst>
          </a:prstGeom>
          <a:solidFill>
            <a:srgbClr val="A0631A">
              <a:alpha val="8000"/>
            </a:srgbClr>
          </a:solidFill>
          <a:ln w="12700">
            <a:solidFill>
              <a:srgbClr val="A0631A">
                <a:alpha val="1500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394090" y="3905152"/>
            <a:ext cx="0" cy="857229"/>
          </a:xfrm>
          <a:prstGeom prst="line">
            <a:avLst/>
          </a:prstGeom>
          <a:noFill/>
          <a:ln w="28575">
            <a:solidFill>
              <a:srgbClr val="A0631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540394" y="3996592"/>
            <a:ext cx="380990" cy="380990"/>
          </a:xfrm>
          <a:prstGeom prst="ellipse">
            <a:avLst/>
          </a:prstGeom>
          <a:solidFill>
            <a:srgbClr val="A0631A">
              <a:alpha val="15000"/>
            </a:srgbClr>
          </a:solidFill>
          <a:ln/>
        </p:spPr>
      </p:sp>
      <p:pic>
        <p:nvPicPr>
          <p:cNvPr id="35" name="Image 5" descr="/home/claude/pptx/icons/gear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117" y="4082315"/>
            <a:ext cx="209545" cy="20954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049401" y="3978304"/>
            <a:ext cx="2620188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UCB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5049401" y="4267093"/>
            <a:ext cx="2620188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9D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Upper Confidence Bound: How the agent decides what to try next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8026199" y="3905152"/>
            <a:ext cx="3403515" cy="857229"/>
          </a:xfrm>
          <a:prstGeom prst="roundRect">
            <a:avLst>
              <a:gd name="adj" fmla="val 4267"/>
            </a:avLst>
          </a:prstGeom>
          <a:solidFill>
            <a:srgbClr val="A0631A">
              <a:alpha val="8000"/>
            </a:srgbClr>
          </a:solidFill>
          <a:ln w="12700">
            <a:solidFill>
              <a:srgbClr val="A0631A">
                <a:alpha val="15000"/>
              </a:srgbClr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026199" y="3905152"/>
            <a:ext cx="0" cy="857229"/>
          </a:xfrm>
          <a:prstGeom prst="line">
            <a:avLst/>
          </a:prstGeom>
          <a:noFill/>
          <a:ln w="28575">
            <a:solidFill>
              <a:srgbClr val="A0631A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172503" y="3996592"/>
            <a:ext cx="380990" cy="380990"/>
          </a:xfrm>
          <a:prstGeom prst="ellipse">
            <a:avLst/>
          </a:prstGeom>
          <a:solidFill>
            <a:srgbClr val="A0631A">
              <a:alpha val="15000"/>
            </a:srgbClr>
          </a:solidFill>
          <a:ln/>
        </p:spPr>
      </p:sp>
      <p:pic>
        <p:nvPicPr>
          <p:cNvPr id="41" name="Image 6" descr="/home/claude/pptx/icons/crosshair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226" y="4082315"/>
            <a:ext cx="209545" cy="20954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681510" y="3978304"/>
            <a:ext cx="2620188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0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8681510" y="4267093"/>
            <a:ext cx="2620188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D9D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Attack Decision-Making: The core challenge we address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761981" y="5333867"/>
            <a:ext cx="0" cy="666733"/>
          </a:xfrm>
          <a:prstGeom prst="line">
            <a:avLst/>
          </a:prstGeom>
          <a:noFill/>
          <a:ln w="28575">
            <a:solidFill>
              <a:srgbClr val="8B1A1A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908285" y="5315579"/>
            <a:ext cx="5486400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4E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Nishan Paul and Md Rakibur Rahman</a:t>
            </a:r>
            <a:endParaRPr lang="en-US" sz="1400" dirty="0"/>
          </a:p>
        </p:txBody>
      </p:sp>
      <p:sp>
        <p:nvSpPr>
          <p:cNvPr id="46" name="Text 37"/>
          <p:cNvSpPr txBox="1"/>
          <p:nvPr/>
        </p:nvSpPr>
        <p:spPr>
          <a:xfrm>
            <a:off x="908285" y="5600560"/>
            <a:ext cx="548640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C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UNIVERSITY OF DHAKA</a:t>
            </a:r>
            <a:endParaRPr lang="en-US" sz="850" dirty="0"/>
          </a:p>
        </p:txBody>
      </p:sp>
      <p:sp>
        <p:nvSpPr>
          <p:cNvPr id="47" name="Text 38"/>
          <p:cNvSpPr txBox="1"/>
          <p:nvPr/>
        </p:nvSpPr>
        <p:spPr>
          <a:xfrm>
            <a:off x="908285" y="5772006"/>
            <a:ext cx="731520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C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 MASTERS IN INFORMATION AND CYBER SECURITY (PMICS)</a:t>
            </a:r>
            <a:endParaRPr lang="en-US" sz="850" dirty="0"/>
          </a:p>
        </p:txBody>
      </p:sp>
      <p:sp>
        <p:nvSpPr>
          <p:cNvPr id="48" name="Text 39"/>
          <p:cNvSpPr txBox="1"/>
          <p:nvPr/>
        </p:nvSpPr>
        <p:spPr>
          <a:xfrm>
            <a:off x="908285" y="5943451"/>
            <a:ext cx="731520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C8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 810: PROJECT ON CYBER SECURITY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2026-09-03T20:13:50Z</dcterms:created>
  <dcterms:modified xsi:type="dcterms:W3CDTF">2026-09-03T20:13:50Z</dcterms:modified>
</cp:coreProperties>
</file>