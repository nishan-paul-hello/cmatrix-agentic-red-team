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419100"/>
            <a:ext cx="990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971550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525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29540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Fang, R., Bindu, R., Gupta, A., Zhan, Q., &amp; Kang, D.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(2024).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can autonomously hack websites.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arXiv:2402.06664.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AutoHack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198120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2405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Fang, R., Bindu, R., Gupta, A., &amp; Kang, D.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(2024).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can autonomously exploit one-day vulnerabilities.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arXiv:2404.08144.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OneDay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26098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52700"/>
            <a:ext cx="48958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Zhu, Y., Kellermann, A., Gupta, A., Li, P., Fang, R.,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(2024).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LLM agents can exploit zero-day vulnerabilities.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arXiv:2406.01637.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HPTSA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34099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35280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Deng, G.,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(2024).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PentestGPT: Evaluating and Harnessing Large Language Models for Automated Penetration Testing.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PentestGPT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403860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8145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Kong, L.,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VulnBot: Autonomous penetration testing for a multi-agent system.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VulnBot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2000" y="46672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61010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J.,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penetration testing with LLM agents and classical planning.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CHECKMATE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2000" y="529590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23875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Singer, J.,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Incalmo: An autonomous LLM-assisted system for red teaming.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Incalmo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81750" y="13525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4150" y="129540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Z.,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PrediQL: Automated testing of GraphQL APIs with LLMs.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PrediQL 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81750" y="198120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4150" y="192405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Zhu, Y.,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CVE-Bench: A Benchmark for AI Agents' Ability to Exploit Real-World Web Application Vulnerabilities.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CVE-Bench 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81750" y="26098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4150" y="255270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Yang, K.,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PentestEval: Benchmarking LLM-based penetration testing.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PentestEval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81750" y="323850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4150" y="318135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L., Ma, C., Feng, X.,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(2025).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on Large Language Model based Autonomous Agents.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AgentSurvey 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81750" y="38671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4150" y="381000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Sheyner, O.,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(2002).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generation and analysis of attack graphs.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S&amp;P.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VDG 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81750" y="449580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4150" y="443865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Auer, P., Cesa-Bianchi, N., &amp; Fischer, P.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(2002).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Finite-time Analysis of the Multiarmed Bandit Problem.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47(2-3).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UCB 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81750" y="5124450"/>
            <a:ext cx="66675" cy="666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4150" y="5067300"/>
            <a:ext cx="4895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Shinn, N., et al. </a:t>
            </a:r>
            <a:pPr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(2023). </a:t>
            </a:r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Reflexion: Language agents with verbal reinforcement learning.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NeurIPS. </a:t>
            </a:r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8B1A1A"/>
                </a:solidFill>
                <a:highlight>
                  <a:srgbClr val="F7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ADM 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515100"/>
            <a:ext cx="12192000" cy="0"/>
          </a:xfrm>
          <a:prstGeom prst="line">
            <a:avLst/>
          </a:prstGeom>
          <a:noFill/>
          <a:ln w="12700">
            <a:solidFill>
              <a:srgbClr val="D4CFC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68000" y="666750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2026-09-03T23:20:54Z</dcterms:created>
  <dcterms:modified xsi:type="dcterms:W3CDTF">2026-09-03T23:20:54Z</dcterms:modified>
</cp:coreProperties>
</file>