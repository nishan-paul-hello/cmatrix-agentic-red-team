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18795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 1 — Insufficient Exploration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1695" y="933602"/>
            <a:ext cx="5447995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1695" y="2036369"/>
            <a:ext cx="5143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A0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CVE-BENCH  ·  40 CRITICAL WEB CVEs  ·  CVSS 9.0+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2390699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agent exploits only 13% (one-day) or 10% (zero-day).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1695" y="3110789"/>
            <a:ext cx="28346" cy="10972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" name="Shape 5"/>
          <p:cNvSpPr/>
          <p:nvPr/>
        </p:nvSpPr>
        <p:spPr>
          <a:xfrm>
            <a:off x="790042" y="3110789"/>
            <a:ext cx="4353458" cy="1097280"/>
          </a:xfrm>
          <a:prstGeom prst="rect">
            <a:avLst/>
          </a:prstGeom>
          <a:solidFill>
            <a:srgbClr val="EDE9E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2746" y="3110789"/>
            <a:ext cx="47621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failure is not reasoning quality — it's breadth of search. Agents commit early to a narrow attack path and never revisit.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79519"/>
            <a:ext cx="49907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35000"/>
              </a:lnSpc>
              <a:buSzPct val="100000"/>
              <a:buChar char="•"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 – 80% exploration failure rates across all agents tested.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91252"/>
            <a:ext cx="49907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35000"/>
              </a:lnSpc>
              <a:buSzPct val="100000"/>
              <a:buChar char="•"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smarter-model problem — it's a search problem.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53835" y="1812889"/>
            <a:ext cx="4976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Failure Rate by Agent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53835" y="2087209"/>
            <a:ext cx="4976165" cy="0"/>
          </a:xfrm>
          <a:prstGeom prst="line">
            <a:avLst/>
          </a:prstGeom>
          <a:noFill/>
          <a:ln w="19050">
            <a:solidFill>
              <a:srgbClr val="D4CF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9515" y="2315809"/>
            <a:ext cx="0" cy="3047695"/>
          </a:xfrm>
          <a:prstGeom prst="line">
            <a:avLst/>
          </a:prstGeom>
          <a:noFill/>
          <a:ln w="13970">
            <a:solidFill>
              <a:srgbClr val="D4CF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8652" y="2315809"/>
            <a:ext cx="0" cy="3047695"/>
          </a:xfrm>
          <a:prstGeom prst="line">
            <a:avLst/>
          </a:prstGeom>
          <a:noFill/>
          <a:ln w="12700">
            <a:solidFill>
              <a:srgbClr val="A0631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9645228" y="2114641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threshold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53835" y="2315809"/>
            <a:ext cx="1219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T-Agent (0-day)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87305" y="2382561"/>
            <a:ext cx="2914156" cy="20939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92901" y="2315809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80.0%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53835" y="2856860"/>
            <a:ext cx="1219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 (0-day)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87305" y="2923611"/>
            <a:ext cx="2640954" cy="20939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9699" y="2856860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72.5%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53835" y="3397910"/>
            <a:ext cx="1219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Cy-Agent (0-day)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87305" y="3464662"/>
            <a:ext cx="2458819" cy="20939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337564" y="3397910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67.5%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53835" y="3938961"/>
            <a:ext cx="1219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T-Agent (1-day)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87305" y="4005712"/>
            <a:ext cx="2003482" cy="20939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82227" y="3938961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55.0%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53835" y="4480011"/>
            <a:ext cx="1219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 (1-day)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87305" y="4546763"/>
            <a:ext cx="1639213" cy="20939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17958" y="4480011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45.0%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53835" y="5021062"/>
            <a:ext cx="1219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Cy-Agent (1-day)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87305" y="5087813"/>
            <a:ext cx="1366011" cy="20939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44755" y="5021062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37.5%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53835" y="5515935"/>
            <a:ext cx="4976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CVE-Bench (Zhu et al., 2025), Table 5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0" y="6515100"/>
            <a:ext cx="12191695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1695" y="6583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RedGrid</a:t>
            </a:r>
            <a:endParaRPr lang="en-US" sz="825" dirty="0"/>
          </a:p>
        </p:txBody>
      </p:sp>
      <p:sp>
        <p:nvSpPr>
          <p:cNvPr id="37" name="Text 35"/>
          <p:cNvSpPr txBox="1"/>
          <p:nvPr/>
        </p:nvSpPr>
        <p:spPr>
          <a:xfrm>
            <a:off x="9601200" y="6583680"/>
            <a:ext cx="1676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A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20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0" y="6829425"/>
            <a:ext cx="2438705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2026-09-03T09:15:32Z</dcterms:created>
  <dcterms:modified xsi:type="dcterms:W3CDTF">2026-09-03T09:15:32Z</dcterms:modified>
</cp:coreProperties>
</file>