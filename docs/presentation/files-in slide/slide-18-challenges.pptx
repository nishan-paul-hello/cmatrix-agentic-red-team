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419090"/>
            <a:ext cx="9905752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Challenges We Are Aware Of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1981" y="1028674"/>
            <a:ext cx="5448164" cy="28574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1981" y="1142971"/>
            <a:ext cx="990575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4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ANTICIPATED BOTTLENECKS AND PROACTIVE MITIGATION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1981" y="1428714"/>
            <a:ext cx="2552636" cy="4952876"/>
          </a:xfrm>
          <a:prstGeom prst="roundRect">
            <a:avLst>
              <a:gd name="adj" fmla="val 2985"/>
            </a:avLst>
          </a:prstGeom>
          <a:solidFill>
            <a:srgbClr val="8B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066773" y="1733507"/>
            <a:ext cx="1123922" cy="228594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66773" y="1733507"/>
            <a:ext cx="112392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7F4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RISK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66773" y="2114497"/>
            <a:ext cx="1943051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Inferring Dependencies Is Hard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19170" y="5048124"/>
            <a:ext cx="1790655" cy="10286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the prerequisite graph using an LLM instead of human annotation will be noisy. We must measure this gap.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67013" y="2171646"/>
            <a:ext cx="2552636" cy="4209945"/>
          </a:xfrm>
          <a:prstGeom prst="roundRect">
            <a:avLst>
              <a:gd name="adj" fmla="val 2985"/>
            </a:avLst>
          </a:prstGeom>
          <a:solidFill>
            <a:srgbClr val="2E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3771806" y="2476438"/>
            <a:ext cx="1123922" cy="228594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806" y="2476438"/>
            <a:ext cx="112392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7F4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771806" y="2857429"/>
            <a:ext cx="1943051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Sandbox vs. Real World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924202" y="5048124"/>
            <a:ext cx="1790655" cy="10286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works perfectly on a controlled benchmark may fail on a real-world target. We will test both environments.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046" y="2914577"/>
            <a:ext cx="2552636" cy="3467013"/>
          </a:xfrm>
          <a:prstGeom prst="roundRect">
            <a:avLst>
              <a:gd name="adj" fmla="val 2985"/>
            </a:avLst>
          </a:prstGeom>
          <a:solidFill>
            <a:srgbClr val="A063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6838" y="3219370"/>
            <a:ext cx="1123922" cy="228594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6838" y="3219370"/>
            <a:ext cx="112392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7F4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 RISK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76838" y="3600360"/>
            <a:ext cx="1943051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Memory Could Backfire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629234" y="5048124"/>
            <a:ext cx="1790655" cy="10286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strategy that succeeds against software version 1 might backfire against version 2. A safety mechanism is key.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77078" y="3657509"/>
            <a:ext cx="2552636" cy="2724082"/>
          </a:xfrm>
          <a:prstGeom prst="roundRect">
            <a:avLst>
              <a:gd name="adj" fmla="val 2985"/>
            </a:avLst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9181870" y="3962301"/>
            <a:ext cx="857229" cy="228594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81870" y="3962301"/>
            <a:ext cx="857229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7F4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 RISK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9181870" y="4343291"/>
            <a:ext cx="1943051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Tuning Is Tricky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334267" y="5048124"/>
            <a:ext cx="1790655" cy="10286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FEB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has parameters to adjust. Final results must be robust, and not depend on one perfect setup.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14937"/>
            <a:ext cx="12191695" cy="0"/>
          </a:xfrm>
          <a:prstGeom prst="line">
            <a:avLst/>
          </a:prstGeom>
          <a:noFill/>
          <a:ln w="132">
            <a:solidFill>
              <a:srgbClr val="D4CF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86743" y="6667333"/>
            <a:ext cx="114297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829254"/>
            <a:ext cx="10362941" cy="28574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2026-09-03T17:44:28Z</dcterms:created>
  <dcterms:modified xsi:type="dcterms:W3CDTF">2026-09-03T17:44:28Z</dcterms:modified>
</cp:coreProperties>
</file>