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No System Has Closed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81075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38250"/>
            <a:ext cx="4238625" cy="3609975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 w="9525">
            <a:solidFill>
              <a:srgbClr val="E0DDD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238250"/>
            <a:ext cx="4238625" cy="5715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67640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Exploration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90750"/>
            <a:ext cx="57150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HPTSA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90700" y="2190750"/>
            <a:ext cx="70866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VulnBot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575560" y="2190750"/>
            <a:ext cx="70866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T-Agent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360420" y="2190750"/>
            <a:ext cx="70866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AutoGPT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609850"/>
            <a:ext cx="3476625" cy="0"/>
          </a:xfrm>
          <a:prstGeom prst="line">
            <a:avLst/>
          </a:prstGeom>
          <a:noFill/>
          <a:ln w="1905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8003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many candidate weaknesses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432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prerequisite / dependency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861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task dispatch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91375" y="1238250"/>
            <a:ext cx="4238625" cy="3609975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 w="9525">
            <a:solidFill>
              <a:srgbClr val="E0DDD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91375" y="1238250"/>
            <a:ext cx="4238625" cy="5715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72375" y="167640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Reasoning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72375" y="2190750"/>
            <a:ext cx="84582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CHECKMATE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494395" y="2190750"/>
            <a:ext cx="1257300" cy="228600"/>
          </a:xfrm>
          <a:prstGeom prst="roundRect">
            <a:avLst>
              <a:gd name="adj" fmla="val 24000"/>
            </a:avLst>
          </a:prstGeom>
          <a:solidFill>
            <a:srgbClr val="F2EA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PentestEval SMP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72375" y="2609850"/>
            <a:ext cx="3476625" cy="0"/>
          </a:xfrm>
          <a:prstGeom prst="line">
            <a:avLst/>
          </a:prstGeom>
          <a:noFill/>
          <a:ln w="19050">
            <a:solidFill>
              <a:srgbClr val="E0DD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2375" y="28003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prerequisite modeling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72375" y="31432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pre-enumerated weakness sets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72375" y="3486150"/>
            <a:ext cx="347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scale to open-ended discovery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00625" y="1947863"/>
            <a:ext cx="2190750" cy="2190750"/>
          </a:xfrm>
          <a:prstGeom prst="ellipse">
            <a:avLst/>
          </a:prstGeom>
          <a:solidFill>
            <a:srgbClr val="0A0A14"/>
          </a:solidFill>
          <a:ln w="101600">
            <a:solidFill>
              <a:srgbClr val="F7F4EF"/>
            </a:solidFill>
            <a:prstDash val="solid"/>
          </a:ln>
          <a:effectLst>
            <a:outerShdw sx="100000" sy="100000" kx="0" ky="0" algn="bl" rotWithShape="0" blurRad="304800" dist="1016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00625" y="2576513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A06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UNEXPLORED TERRITORY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000625" y="2767013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5191125"/>
            <a:ext cx="10668000" cy="1095375"/>
          </a:xfrm>
          <a:prstGeom prst="rect">
            <a:avLst/>
          </a:prstGeom>
          <a:solidFill>
            <a:srgbClr val="FDFDFD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6800" y="5191125"/>
            <a:ext cx="100584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combines </a:t>
            </a:r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exploration</a:t>
            </a:r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dependency-aware planning</a:t>
            </a:r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ctr" indent="0" marL="0">
              <a:lnSpc>
                <a:spcPct val="13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RedGrid investigates this exact combination.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77500" y="66675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829425"/>
            <a:ext cx="36576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2026-09-03T09:45:38Z</dcterms:created>
  <dcterms:modified xsi:type="dcterms:W3CDTF">2026-09-03T09:45:38Z</dcterms:modified>
</cp:coreProperties>
</file>