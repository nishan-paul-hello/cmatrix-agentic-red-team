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18795"/>
            <a:ext cx="9905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Expected Contributions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1695" y="996696"/>
            <a:ext cx="5447995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1695" y="1161288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spc="50" kern="0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ⓘ  </a:t>
            </a:r>
            <a:pPr indent="0" marL="0">
              <a:buNone/>
            </a:pPr>
            <a:r>
              <a:rPr lang="en-US" sz="975" b="1" spc="50" kern="0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FOLLOWING SLIDES ARE HIGH-LEVEL SKETCHES — IMPLEMENTATION HAS NOT STARTED.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761695" y="1714500"/>
            <a:ext cx="3403397" cy="4202582"/>
          </a:xfrm>
          <a:prstGeom prst="roundRect">
            <a:avLst>
              <a:gd name="adj" fmla="val 2230"/>
            </a:avLst>
          </a:prstGeom>
          <a:solidFill>
            <a:srgbClr val="F7EDED"/>
          </a:solidFill>
          <a:ln w="9525">
            <a:solidFill>
              <a:srgbClr val="E8E4D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1695" y="1714500"/>
            <a:ext cx="3403397" cy="3840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04595" y="2057400"/>
            <a:ext cx="27175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C1 — PRIMARY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4595" y="2392985"/>
            <a:ext cx="271759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Smarter Exploration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104595" y="2685593"/>
            <a:ext cx="2717597" cy="0"/>
          </a:xfrm>
          <a:prstGeom prst="line">
            <a:avLst/>
          </a:prstGeom>
          <a:noFill/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04595" y="2799893"/>
            <a:ext cx="2717597" cy="27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4A4A5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“Can modeling vulnerabilities as a graph — with explicit prerequisites — help an agent explore more intelligently?”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93692" y="1714500"/>
            <a:ext cx="3403397" cy="4202582"/>
          </a:xfrm>
          <a:prstGeom prst="roundRect">
            <a:avLst>
              <a:gd name="adj" fmla="val 2230"/>
            </a:avLst>
          </a:prstGeom>
          <a:solidFill>
            <a:srgbClr val="EDF5EE"/>
          </a:solidFill>
          <a:ln w="9525">
            <a:solidFill>
              <a:srgbClr val="E8E4D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93692" y="1714500"/>
            <a:ext cx="3403397" cy="38405"/>
          </a:xfrm>
          <a:prstGeom prst="rect">
            <a:avLst/>
          </a:prstGeom>
          <a:solidFill>
            <a:srgbClr val="2A6B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36592" y="2057400"/>
            <a:ext cx="27175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A6B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C2 — SUPPORTING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2392985"/>
            <a:ext cx="271759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Learning Across Missions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736592" y="2685593"/>
            <a:ext cx="2717597" cy="0"/>
          </a:xfrm>
          <a:prstGeom prst="line">
            <a:avLst/>
          </a:prstGeom>
          <a:noFill/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36592" y="2799893"/>
            <a:ext cx="2717597" cy="27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4A4A5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“Can an agent carry forward what it learned in past engagements to perform better on similar targets?”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25689" y="1714500"/>
            <a:ext cx="3403397" cy="4202582"/>
          </a:xfrm>
          <a:prstGeom prst="roundRect">
            <a:avLst>
              <a:gd name="adj" fmla="val 2230"/>
            </a:avLst>
          </a:prstGeom>
          <a:solidFill>
            <a:srgbClr val="EDF2F7"/>
          </a:solidFill>
          <a:ln w="9525">
            <a:solidFill>
              <a:srgbClr val="E8E4D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25689" y="1714500"/>
            <a:ext cx="3403397" cy="38405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8589" y="2057400"/>
            <a:ext cx="27175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C3 — METHODOLOGICAL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368589" y="2392985"/>
            <a:ext cx="271759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Consistent Evaluation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368589" y="2685593"/>
            <a:ext cx="2717597" cy="0"/>
          </a:xfrm>
          <a:prstGeom prst="line">
            <a:avLst/>
          </a:prstGeom>
          <a:noFill/>
          <a:ln w="9525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68589" y="2799893"/>
            <a:ext cx="2717597" cy="27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4A4A5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“Can a single architecture be tested fairly across web, GraphQL, and multi-host surfaces using standardized oracles?”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874520" y="614568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874520" y="614568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994660" y="614568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7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are research questions. Answers come from experiments — not this report.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6515100"/>
            <a:ext cx="12191695" cy="0"/>
          </a:xfrm>
          <a:prstGeom prst="line">
            <a:avLst/>
          </a:prstGeom>
          <a:noFill/>
          <a:ln w="9525">
            <a:solidFill>
              <a:srgbClr val="D4CFC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15600" y="662574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20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0" y="6830568"/>
            <a:ext cx="6705295" cy="27432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2026-09-03T12:08:27Z</dcterms:created>
  <dcterms:modified xsi:type="dcterms:W3CDTF">2026-09-03T12:08:27Z</dcterms:modified>
</cp:coreProperties>
</file>