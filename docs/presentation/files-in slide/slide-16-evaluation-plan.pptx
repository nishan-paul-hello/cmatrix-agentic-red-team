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419100"/>
            <a:ext cx="990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Evaluation — Three Attack Surfaces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971550"/>
            <a:ext cx="5448300" cy="285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2000" y="2057400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01.  </a:t>
            </a:r>
            <a:pPr indent="0" marL="0">
              <a:buNone/>
            </a:pPr>
            <a:r>
              <a:rPr lang="en-US" sz="1200" b="1" spc="100" kern="0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 APPLICATIONS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2362200"/>
            <a:ext cx="31718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CVE-Bench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686050"/>
            <a:ext cx="2190750" cy="228600"/>
          </a:xfrm>
          <a:prstGeom prst="rect">
            <a:avLst/>
          </a:prstGeom>
          <a:solidFill>
            <a:srgbClr val="8B1A1A">
              <a:alpha val="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8200" y="268605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1A1A"/>
                </a:solidFill>
              </a:rPr>
              <a:t>●  </a:t>
            </a:r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 real critical CVEs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2000" y="3067050"/>
            <a:ext cx="23813" cy="1143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3450" y="3009900"/>
            <a:ext cx="300037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A4A5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“Can the agent find and exploit web vulnerabilities without a hint?”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05325" y="2057400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02.  </a:t>
            </a:r>
            <a:pPr indent="0" marL="0">
              <a:buNone/>
            </a:pPr>
            <a:r>
              <a:rPr lang="en-US" sz="1200" b="1" spc="100" kern="0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GRAPHQL APIs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05325" y="2362200"/>
            <a:ext cx="31718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PrediQL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05325" y="2686050"/>
            <a:ext cx="2190750" cy="228600"/>
          </a:xfrm>
          <a:prstGeom prst="rect">
            <a:avLst/>
          </a:prstGeom>
          <a:solidFill>
            <a:srgbClr val="2E4A7A">
              <a:alpha val="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81525" y="268605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A7A"/>
                </a:solidFill>
              </a:rPr>
              <a:t>●  </a:t>
            </a:r>
            <a:pPr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real GraphQL APIs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05325" y="3067050"/>
            <a:ext cx="23813" cy="1143000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76775" y="3009900"/>
            <a:ext cx="300037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A4A5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“Can the agent abuse API schemas and find injection points?”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58175" y="2057400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6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03.  </a:t>
            </a:r>
            <a:pPr indent="0" marL="0">
              <a:buNone/>
            </a:pPr>
            <a:r>
              <a:rPr lang="en-US" sz="1200" b="1" spc="100" kern="0" dirty="0">
                <a:solidFill>
                  <a:srgbClr val="A06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MULTI-HOST NETWORKS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58175" y="2362200"/>
            <a:ext cx="31718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MHBench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58175" y="2686050"/>
            <a:ext cx="2190750" cy="228600"/>
          </a:xfrm>
          <a:prstGeom prst="rect">
            <a:avLst/>
          </a:prstGeom>
          <a:solidFill>
            <a:srgbClr val="A0631A">
              <a:alpha val="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34375" y="268605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631A"/>
                </a:solidFill>
              </a:rPr>
              <a:t>●  </a:t>
            </a:r>
            <a:pPr indent="0" marL="0">
              <a:buNone/>
            </a:pPr>
            <a:r>
              <a:rPr lang="en-US" sz="1000" b="1" dirty="0">
                <a:solidFill>
                  <a:srgbClr val="A06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 multi-host environments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58175" y="3067050"/>
            <a:ext cx="23813" cy="1143000"/>
          </a:xfrm>
          <a:prstGeom prst="rect">
            <a:avLst/>
          </a:prstGeom>
          <a:solidFill>
            <a:srgbClr val="A063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29625" y="3009900"/>
            <a:ext cx="300037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A4A5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“Can the agent move laterally across hosts and escalate privileges?”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33500" y="53340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1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 only test on attack surfaces that already have a published, oracle-backed benchmark.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1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custom benchmarks.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6515100"/>
            <a:ext cx="12192000" cy="0"/>
          </a:xfrm>
          <a:prstGeom prst="line">
            <a:avLst/>
          </a:prstGeom>
          <a:noFill/>
          <a:ln w="9525">
            <a:solidFill>
              <a:srgbClr val="D4CFC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2000" y="6667500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REDGRID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0477500" y="666750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20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829425"/>
            <a:ext cx="9144000" cy="28575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2026-09-03T15:23:34Z</dcterms:created>
  <dcterms:modified xsi:type="dcterms:W3CDTF">2026-09-03T15:23:34Z</dcterms:modified>
</cp:coreProperties>
</file>