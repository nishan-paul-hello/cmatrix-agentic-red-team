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91000" cy="6505575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7625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7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152525"/>
            <a:ext cx="571500" cy="28575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17526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67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 SECURED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2219325"/>
            <a:ext cx="76200" cy="76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24075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11 key VAPT papers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2000" y="2638425"/>
            <a:ext cx="76200" cy="76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43175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2 quantified failure modes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3057525"/>
            <a:ext cx="76200" cy="76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962275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Formalized the research gap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2000" y="3476625"/>
            <a:ext cx="76200" cy="76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81375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3 research directions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2000" y="3895725"/>
            <a:ext cx="76200" cy="76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800475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Sketched the architecture approach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2000" y="4314825"/>
            <a:ext cx="76200" cy="76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219575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inception report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000" y="5372100"/>
            <a:ext cx="19050" cy="904875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372100"/>
            <a:ext cx="28956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i="1" dirty="0">
                <a:solidFill>
                  <a:srgbClr val="A0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architectural blueprint is ready. Awaiting greenlight for implementation.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762500" y="5715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COMING NEXT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2500" y="895350"/>
            <a:ext cx="6667500" cy="0"/>
          </a:xfrm>
          <a:prstGeom prst="line">
            <a:avLst/>
          </a:prstGeom>
          <a:noFill/>
          <a:ln w="9525">
            <a:solidFill>
              <a:srgbClr val="E1DE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2500" y="895350"/>
            <a:ext cx="3810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895350"/>
            <a:ext cx="60579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prototype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62500" y="1590675"/>
            <a:ext cx="6667500" cy="0"/>
          </a:xfrm>
          <a:prstGeom prst="line">
            <a:avLst/>
          </a:prstGeom>
          <a:noFill/>
          <a:ln w="9525">
            <a:solidFill>
              <a:srgbClr val="E1DE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2500" y="1590675"/>
            <a:ext cx="3810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5372100" y="1590675"/>
            <a:ext cx="60579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experiments to test the ideas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62500" y="2286000"/>
            <a:ext cx="6667500" cy="0"/>
          </a:xfrm>
          <a:prstGeom prst="line">
            <a:avLst/>
          </a:prstGeom>
          <a:noFill/>
          <a:ln w="9525">
            <a:solidFill>
              <a:srgbClr val="E1DE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62500" y="2286000"/>
            <a:ext cx="3810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5372100" y="2286000"/>
            <a:ext cx="60579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benchmark evaluation (web, GraphQL, multi-host)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62500" y="2981325"/>
            <a:ext cx="6667500" cy="0"/>
          </a:xfrm>
          <a:prstGeom prst="line">
            <a:avLst/>
          </a:prstGeom>
          <a:noFill/>
          <a:ln w="9525">
            <a:solidFill>
              <a:srgbClr val="E1DE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62500" y="2981325"/>
            <a:ext cx="3810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5372100" y="2981325"/>
            <a:ext cx="60579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based on what we find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62500" y="3676650"/>
            <a:ext cx="6667500" cy="0"/>
          </a:xfrm>
          <a:prstGeom prst="line">
            <a:avLst/>
          </a:prstGeom>
          <a:noFill/>
          <a:ln w="9525">
            <a:solidFill>
              <a:srgbClr val="E1DE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62500" y="3676650"/>
            <a:ext cx="3810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5372100" y="3676650"/>
            <a:ext cx="60579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thesis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62500" y="4371975"/>
            <a:ext cx="6667500" cy="0"/>
          </a:xfrm>
          <a:prstGeom prst="line">
            <a:avLst/>
          </a:prstGeom>
          <a:noFill/>
          <a:ln w="9525">
            <a:solidFill>
              <a:srgbClr val="E1DE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2500" y="4943475"/>
            <a:ext cx="6667500" cy="1285875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4943475"/>
            <a:ext cx="38100" cy="12858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67300" y="5172075"/>
            <a:ext cx="6057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 POINT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67300" y="5410200"/>
            <a:ext cx="6057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the ambitious scope of VDG + dependency-aware exploration, should we pursue the full architecture, or constrain the scope to a specific subsystem before implementation?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6515100"/>
            <a:ext cx="12192000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001250" y="661035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829425"/>
            <a:ext cx="115824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2026-09-03T18:11:27Z</dcterms:created>
  <dcterms:modified xsi:type="dcterms:W3CDTF">2026-09-03T18:11:27Z</dcterms:modified>
</cp:coreProperties>
</file>