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990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the Literature Agrees 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54483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238250"/>
            <a:ext cx="8534400" cy="1162050"/>
          </a:xfrm>
          <a:prstGeom prst="roundRect">
            <a:avLst>
              <a:gd name="adj" fmla="val 2459"/>
            </a:avLst>
          </a:prstGeom>
          <a:solidFill>
            <a:srgbClr val="EDE9E1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238250"/>
            <a:ext cx="28575" cy="116205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57400" y="1428750"/>
            <a:ext cx="8077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"Architecture, not model scale, is the dominant variable."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5530" y="1924050"/>
            <a:ext cx="145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A9AA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ACROSS: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90162" y="1905000"/>
            <a:ext cx="844906" cy="28575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 w="9525">
            <a:solidFill>
              <a:srgbClr val="D4CF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90162" y="1905000"/>
            <a:ext cx="8449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VulnBot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30318" y="1905000"/>
            <a:ext cx="1097280" cy="28575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 w="9525">
            <a:solidFill>
              <a:srgbClr val="D4CF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30318" y="1905000"/>
            <a:ext cx="10972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PentestGPT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2848" y="1905000"/>
            <a:ext cx="1013155" cy="28575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 w="9525">
            <a:solidFill>
              <a:srgbClr val="D4CF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22848" y="1905000"/>
            <a:ext cx="10131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CHECKMATE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1253" y="1905000"/>
            <a:ext cx="844906" cy="28575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 w="9525">
            <a:solidFill>
              <a:srgbClr val="D4CF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1253" y="1905000"/>
            <a:ext cx="8449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Incalmo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71409" y="1905000"/>
            <a:ext cx="676656" cy="28575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 w="9525">
            <a:solidFill>
              <a:srgbClr val="D4CF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71409" y="1905000"/>
            <a:ext cx="6766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HPTSA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43315" y="1905000"/>
            <a:ext cx="1013155" cy="28575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 w="9525">
            <a:solidFill>
              <a:srgbClr val="D4CF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43315" y="1905000"/>
            <a:ext cx="10131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Fang 2024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86050"/>
          <a:ext cx="10668000" cy="914400"/>
        </p:xfrm>
        <a:graphic>
          <a:graphicData uri="http://schemas.openxmlformats.org/drawingml/2006/table">
            <a:tbl>
              <a:tblPr/>
              <a:tblGrid>
                <a:gridCol w="5334000"/>
                <a:gridCol w="53340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Unstructured ReAct + GPT-4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B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4A2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Structured Pipeline + GPT-4o-mini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B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 Depth-first tunnel vision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4A2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✓  Broad, structured exploration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 Context loss in long sessions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4A2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✓  Scoped per-invocation context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 No failure recovery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4A2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✓  Retry / adapt / escalate loops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A1A1A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✗  Implicit planning only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4A2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✓  Explicit dependency modeling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3200" marR="203200" marT="50800" marB="50800" anchor="ctr">
                    <a:lnL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A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762000" y="592455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8B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Synthesised from 6 independent papers   |   September 2026 Review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0" y="6515100"/>
            <a:ext cx="12192000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668000" y="66675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6829425"/>
            <a:ext cx="18288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2026-09-03T08:38:58Z</dcterms:created>
  <dcterms:modified xsi:type="dcterms:W3CDTF">2026-09-03T08:38:58Z</dcterms:modified>
</cp:coreProperties>
</file>