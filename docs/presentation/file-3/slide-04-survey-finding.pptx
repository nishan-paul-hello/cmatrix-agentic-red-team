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381000"/>
            <a:ext cx="990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Literature Agrees 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990600"/>
            <a:ext cx="5448300" cy="28575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1238250"/>
            <a:ext cx="8534400" cy="1809750"/>
          </a:xfrm>
          <a:prstGeom prst="roundRect">
            <a:avLst>
              <a:gd name="adj" fmla="val 1579"/>
            </a:avLst>
          </a:prstGeom>
          <a:solidFill>
            <a:srgbClr val="EDE9E1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1238250"/>
            <a:ext cx="28575" cy="180975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57400" y="1428750"/>
            <a:ext cx="807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A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"Architecture, not model scale, is the dominant variable."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5530" y="2381250"/>
            <a:ext cx="145938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9A9AA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CONSISTENT ACROSS: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890162" y="2362200"/>
            <a:ext cx="844906" cy="28575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90162" y="2362200"/>
            <a:ext cx="8449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VulnBot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830318" y="2362200"/>
            <a:ext cx="1097280" cy="28575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30318" y="2362200"/>
            <a:ext cx="10972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PentestGPT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22848" y="2362200"/>
            <a:ext cx="1013155" cy="28575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22848" y="2362200"/>
            <a:ext cx="101315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CHECKMATE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131253" y="2362200"/>
            <a:ext cx="844906" cy="28575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1253" y="2362200"/>
            <a:ext cx="8449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Incalmo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71409" y="2362200"/>
            <a:ext cx="676656" cy="28575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71409" y="2362200"/>
            <a:ext cx="67665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HPTSA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843315" y="2362200"/>
            <a:ext cx="1013155" cy="285750"/>
          </a:xfrm>
          <a:prstGeom prst="roundRect">
            <a:avLst>
              <a:gd name="adj" fmla="val 43333"/>
            </a:avLst>
          </a:prstGeom>
          <a:solidFill>
            <a:srgbClr val="FFFFFF"/>
          </a:solidFill>
          <a:ln w="9525">
            <a:solidFill>
              <a:srgbClr val="D4CF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43315" y="2362200"/>
            <a:ext cx="101315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2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Fang 2024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3371850"/>
          <a:ext cx="10668000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5334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5A1A1A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Unstructured ReAct + GPT-4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8B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A4A28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Structured Pipeline + GPT-4o-mini</a:t>
                      </a:r>
                      <a:endParaRPr lang="en-US" sz="15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8B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D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1A1A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✗  Depth-first tunnel vision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4A28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✓  Broad, structured exploration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D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1A1A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✗  Context loss in long sessions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4A28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✓  Scoped per-invocation context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D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1A1A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✗  No failure recovery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4A28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✓  Retry / adapt / escalate loops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D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A1A1A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✗  Implicit planning only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4A28"/>
                          </a:solidFill>
                          <a:latin typeface="Source Sans 3" pitchFamily="34" charset="0"/>
                          <a:ea typeface="Source Sans 3" pitchFamily="34" charset="-122"/>
                          <a:cs typeface="Source Sans 3" pitchFamily="34" charset="-120"/>
                        </a:rPr>
                        <a:t>✓  Explicit dependency modeling</a:t>
                      </a:r>
                      <a:endParaRPr lang="en-US" sz="1300" dirty="0">
                        <a:latin typeface="Source Sans 3" charset="0"/>
                        <a:ea typeface="Source Sans 3" charset="0"/>
                        <a:cs typeface="Source Sans 3" charset="0"/>
                      </a:endParaRPr>
                    </a:p>
                  </a:txBody>
                  <a:tcPr marL="203200" marR="203200" marT="50800" marB="50800" anchor="ctr">
                    <a:lnL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7F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DA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762000" y="62293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B1A1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Synthesised from 6 independent papers   |   Sept 2026 Review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0" y="6515100"/>
            <a:ext cx="12192000" cy="0"/>
          </a:xfrm>
          <a:prstGeom prst="line">
            <a:avLst/>
          </a:prstGeom>
          <a:noFill/>
          <a:ln w="9525">
            <a:solidFill>
              <a:srgbClr val="D4CFC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668000" y="6667500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9AA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20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0" y="6829425"/>
            <a:ext cx="1828800" cy="28575"/>
          </a:xfrm>
          <a:prstGeom prst="rect">
            <a:avLst/>
          </a:prstGeom>
          <a:solidFill>
            <a:srgbClr val="8B1A1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2026-09-03T08:19:00Z</dcterms:created>
  <dcterms:modified xsi:type="dcterms:W3CDTF">2026-09-03T08:19:00Z</dcterms:modified>
</cp:coreProperties>
</file>