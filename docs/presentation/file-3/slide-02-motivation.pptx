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72500" y="22860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RedGrid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571500"/>
            <a:ext cx="10668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Why This Matters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62000" y="1171575"/>
            <a:ext cx="5867400" cy="28575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62000" y="1452563"/>
            <a:ext cx="6187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PROJECT MOTIVATION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833563"/>
            <a:ext cx="6187440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400" i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“Attackers move fast. Defenders move slow. Automated testers don’t move at all.”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3338513"/>
            <a:ext cx="618744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Security vulnerabilities are found daily in web apps, APIs, and networks. Human pen testers are scarce and expensive. Automated scanners use fixed rule-sets — they cannot reason, adapt, or chain exploits.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2000" y="4786313"/>
            <a:ext cx="6187440" cy="1343025"/>
          </a:xfrm>
          <a:prstGeom prst="rect">
            <a:avLst>
              <a:gd name="adj" fmla="val 2837"/>
            </a:avLst>
          </a:prstGeom>
          <a:solidFill>
            <a:srgbClr val="F2EAD9"/>
          </a:solidFill>
          <a:ln/>
        </p:spPr>
      </p:sp>
      <p:sp>
        <p:nvSpPr>
          <p:cNvPr id="9" name="Shape 7"/>
          <p:cNvSpPr/>
          <p:nvPr/>
        </p:nvSpPr>
        <p:spPr>
          <a:xfrm>
            <a:off x="762000" y="4786313"/>
            <a:ext cx="38100" cy="1343025"/>
          </a:xfrm>
          <a:prstGeom prst="rect">
            <a:avLst/>
          </a:prstGeom>
          <a:solidFill>
            <a:srgbClr val="A063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28700" y="4976813"/>
            <a:ext cx="5654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A4F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question: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5205413"/>
            <a:ext cx="565404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Can an LLM agent carry out penetration testing autonomously — without step-by-step human direction?</a:t>
            </a:r>
            <a:endParaRPr lang="en-US" sz="1575" dirty="0"/>
          </a:p>
        </p:txBody>
      </p:sp>
      <p:pic>
        <p:nvPicPr>
          <p:cNvPr id="12" name="Image 0" descr="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0440" y="1919288"/>
            <a:ext cx="4099560" cy="34290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330440" y="1919288"/>
            <a:ext cx="4099560" cy="3429000"/>
          </a:xfrm>
          <a:prstGeom prst="roundRect">
            <a:avLst>
              <a:gd name="adj" fmla="val 1111"/>
            </a:avLst>
          </a:prstGeom>
          <a:ln w="9525">
            <a:solidFill>
              <a:srgbClr val="D4CFC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30440" y="5500688"/>
            <a:ext cx="40995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spc="150" kern="0" dirty="0">
                <a:solidFill>
                  <a:srgbClr val="9A9AA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ATTACK SURFACE EXPLORATION</a:t>
            </a:r>
            <a:endParaRPr lang="en-US" sz="975" dirty="0"/>
          </a:p>
        </p:txBody>
      </p:sp>
      <p:sp>
        <p:nvSpPr>
          <p:cNvPr id="15" name="Shape 12"/>
          <p:cNvSpPr/>
          <p:nvPr/>
        </p:nvSpPr>
        <p:spPr>
          <a:xfrm>
            <a:off x="0" y="6515100"/>
            <a:ext cx="12192000" cy="0"/>
          </a:xfrm>
          <a:prstGeom prst="line">
            <a:avLst/>
          </a:prstGeom>
          <a:noFill/>
          <a:ln w="9525">
            <a:solidFill>
              <a:srgbClr val="D4CF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287000" y="6610350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75" dirty="0">
                <a:solidFill>
                  <a:srgbClr val="9A9AA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20</a:t>
            </a:r>
            <a:endParaRPr lang="en-US" sz="975" dirty="0"/>
          </a:p>
        </p:txBody>
      </p:sp>
      <p:sp>
        <p:nvSpPr>
          <p:cNvPr id="17" name="Shape 14"/>
          <p:cNvSpPr/>
          <p:nvPr/>
        </p:nvSpPr>
        <p:spPr>
          <a:xfrm>
            <a:off x="0" y="6829425"/>
            <a:ext cx="609600" cy="28575"/>
          </a:xfrm>
          <a:prstGeom prst="rect">
            <a:avLst/>
          </a:prstGeom>
          <a:solidFill>
            <a:srgbClr val="8B1A1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2026-09-03T08:10:05Z</dcterms:created>
  <dcterms:modified xsi:type="dcterms:W3CDTF">2026-09-03T08:10:05Z</dcterms:modified>
</cp:coreProperties>
</file>