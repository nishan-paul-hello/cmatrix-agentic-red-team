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381000"/>
            <a:ext cx="990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1009650"/>
            <a:ext cx="6705600" cy="28575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Shape 2"/>
          <p:cNvSpPr/>
          <p:nvPr/>
        </p:nvSpPr>
        <p:spPr>
          <a:xfrm>
            <a:off x="1562100" y="1276350"/>
            <a:ext cx="9067800" cy="1809750"/>
          </a:xfrm>
          <a:prstGeom prst="rect">
            <a:avLst>
              <a:gd name="adj" fmla="val 1516"/>
            </a:avLst>
          </a:prstGeom>
          <a:solidFill>
            <a:srgbClr val="EDE9E1"/>
          </a:solidFill>
          <a:ln/>
        </p:spPr>
      </p:sp>
      <p:sp>
        <p:nvSpPr>
          <p:cNvPr id="5" name="Shape 3"/>
          <p:cNvSpPr/>
          <p:nvPr/>
        </p:nvSpPr>
        <p:spPr>
          <a:xfrm>
            <a:off x="1562100" y="1276350"/>
            <a:ext cx="28575" cy="180975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28800" y="1428750"/>
            <a:ext cx="8534400" cy="150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050" b="1" spc="150" kern="0" dirty="0">
                <a:solidFill>
                  <a:srgbClr val="8B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IDENTIFIED GAP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450" i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“The reviewed literature does not contain a system that combines: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450" i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    (1) broad, open-ended exploration of an unfamiliar attack surface,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450" i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    (2) with an explicit, dynamically constructed dependency model,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0" i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    (3) evaluated across more than one benchmarked attack-surface family.”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3467100"/>
            <a:ext cx="298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Exploration Gap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47750" y="3714750"/>
            <a:ext cx="298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8B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37 – 80%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1047750" y="4114800"/>
            <a:ext cx="2984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A063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EXPLORATION FAILURE RATE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47750" y="4381500"/>
            <a:ext cx="2984500" cy="1238250"/>
          </a:xfrm>
          <a:prstGeom prst="rect">
            <a:avLst>
              <a:gd name="adj" fmla="val 1477"/>
            </a:avLst>
          </a:prstGeom>
          <a:solidFill>
            <a:srgbClr val="FDFDFD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47750" y="4381500"/>
            <a:ext cx="28575" cy="123825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0150" y="4381500"/>
            <a:ext cx="2717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CVE-Bench: insufficient exploration is the dominant failure mode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18000" y="3682365"/>
            <a:ext cx="0" cy="1722120"/>
          </a:xfrm>
          <a:prstGeom prst="line">
            <a:avLst/>
          </a:prstGeom>
          <a:noFill/>
          <a:ln w="9525">
            <a:solidFill>
              <a:srgbClr val="D4CFC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03750" y="3467100"/>
            <a:ext cx="298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Planning Gap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603750" y="3714750"/>
            <a:ext cx="298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8B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0.25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4603750" y="4114800"/>
            <a:ext cx="2984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A063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ADM SPEARMAN 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3750" y="4381500"/>
            <a:ext cx="2984500" cy="1238250"/>
          </a:xfrm>
          <a:prstGeom prst="rect">
            <a:avLst>
              <a:gd name="adj" fmla="val 1477"/>
            </a:avLst>
          </a:prstGeom>
          <a:solidFill>
            <a:srgbClr val="FDFDFD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03750" y="4381500"/>
            <a:ext cx="28575" cy="123825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56150" y="4381500"/>
            <a:ext cx="2717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PentestEval: ADM is the weakest stage across all pipelines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874000" y="3682365"/>
            <a:ext cx="0" cy="1722120"/>
          </a:xfrm>
          <a:prstGeom prst="line">
            <a:avLst/>
          </a:prstGeom>
          <a:noFill/>
          <a:ln w="9525">
            <a:solidFill>
              <a:srgbClr val="D4CFC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59750" y="3467100"/>
            <a:ext cx="298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Coverage Gap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159750" y="3714750"/>
            <a:ext cx="298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8B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300" dirty="0"/>
          </a:p>
        </p:txBody>
      </p:sp>
      <p:sp>
        <p:nvSpPr>
          <p:cNvPr id="23" name="Text 21"/>
          <p:cNvSpPr txBox="1"/>
          <p:nvPr/>
        </p:nvSpPr>
        <p:spPr>
          <a:xfrm>
            <a:off x="8159750" y="4114800"/>
            <a:ext cx="2984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A063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ATTACK SURFACE PER SYSTEM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59750" y="4381500"/>
            <a:ext cx="2984500" cy="1238250"/>
          </a:xfrm>
          <a:prstGeom prst="rect">
            <a:avLst>
              <a:gd name="adj" fmla="val 1477"/>
            </a:avLst>
          </a:prstGeom>
          <a:solidFill>
            <a:srgbClr val="FDFDFD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59750" y="4381500"/>
            <a:ext cx="28575" cy="123825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12150" y="4381500"/>
            <a:ext cx="2717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Every prior system evaluated on exactly one surface only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295400" y="5905500"/>
            <a:ext cx="9601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" kern="0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This is the gap </a:t>
            </a:r>
            <a:pPr algn="ctr" indent="0" marL="0">
              <a:buNone/>
            </a:pPr>
            <a:r>
              <a:rPr lang="en-US" sz="1600" b="1" spc="40" kern="0" dirty="0">
                <a:solidFill>
                  <a:srgbClr val="8B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RedGrid</a:t>
            </a:r>
            <a:pPr algn="ctr" indent="0" marL="0">
              <a:buNone/>
            </a:pPr>
            <a:r>
              <a:rPr lang="en-US" sz="1600" b="1" spc="40" kern="0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is designed to investigate.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0" y="6515100"/>
            <a:ext cx="12192000" cy="0"/>
          </a:xfrm>
          <a:prstGeom prst="line">
            <a:avLst/>
          </a:prstGeom>
          <a:noFill/>
          <a:ln w="9525">
            <a:solidFill>
              <a:srgbClr val="D4CF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77500" y="66675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9AA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20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0" y="6829425"/>
            <a:ext cx="4876800" cy="28575"/>
          </a:xfrm>
          <a:prstGeom prst="rect">
            <a:avLst/>
          </a:prstGeom>
          <a:solidFill>
            <a:srgbClr val="8B1A1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2026-09-03T10:24:19Z</dcterms:created>
  <dcterms:modified xsi:type="dcterms:W3CDTF">2026-09-03T10:24:19Z</dcterms:modified>
</cp:coreProperties>
</file>