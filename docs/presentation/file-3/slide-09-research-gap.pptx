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009650"/>
            <a:ext cx="67056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1562100" y="1276350"/>
            <a:ext cx="9067800" cy="1809750"/>
          </a:xfrm>
          <a:prstGeom prst="rect">
            <a:avLst>
              <a:gd name="adj" fmla="val 1516"/>
            </a:avLst>
          </a:prstGeom>
          <a:solidFill>
            <a:srgbClr val="EDE9E1"/>
          </a:solidFill>
          <a:ln/>
        </p:spPr>
      </p:sp>
      <p:sp>
        <p:nvSpPr>
          <p:cNvPr id="5" name="Shape 3"/>
          <p:cNvSpPr/>
          <p:nvPr/>
        </p:nvSpPr>
        <p:spPr>
          <a:xfrm>
            <a:off x="1562100" y="1276350"/>
            <a:ext cx="28575" cy="180975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1428750"/>
            <a:ext cx="85344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050" b="1" spc="150" kern="0" dirty="0">
                <a:solidFill>
                  <a:srgbClr val="8B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IDENTIFIED GAP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“The reviewed literature does not contain a system that combines: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    (1) broad, open-ended exploration of an unfamiliar attack surface,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    (2) with an explicit, dynamically constructed dependency model,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    (3) evaluated across more than one benchmarked attack-surface family.”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3467100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Exploration Gap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47750" y="3714750"/>
            <a:ext cx="298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– 80%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047750" y="4114800"/>
            <a:ext cx="298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A063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EXPLORATION FAILURE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47750" y="4381500"/>
            <a:ext cx="2984500" cy="904875"/>
          </a:xfrm>
          <a:prstGeom prst="rect">
            <a:avLst>
              <a:gd name="adj" fmla="val 2021"/>
            </a:avLst>
          </a:prstGeom>
          <a:solidFill>
            <a:srgbClr val="FDFDFD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47750" y="4381500"/>
            <a:ext cx="28575" cy="9048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0150" y="4381500"/>
            <a:ext cx="27178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CVE-Bench: insufficient exploration is the dominant failure mode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8000" y="3649027"/>
            <a:ext cx="0" cy="145542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3750" y="3467100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Planning Gap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03750" y="3714750"/>
            <a:ext cx="298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0.25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603750" y="4114800"/>
            <a:ext cx="298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A063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 SPEARMAN 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3750" y="4381500"/>
            <a:ext cx="2984500" cy="904875"/>
          </a:xfrm>
          <a:prstGeom prst="rect">
            <a:avLst>
              <a:gd name="adj" fmla="val 2021"/>
            </a:avLst>
          </a:prstGeom>
          <a:solidFill>
            <a:srgbClr val="FDFDFD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3750" y="4381500"/>
            <a:ext cx="28575" cy="9048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6150" y="4381500"/>
            <a:ext cx="27178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PentestEval: ADM is the weakest stage across all pipelines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74000" y="3649027"/>
            <a:ext cx="0" cy="145542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9750" y="3467100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Coverage Gap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159750" y="3714750"/>
            <a:ext cx="298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8159750" y="4114800"/>
            <a:ext cx="298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A063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ATTACK SURFACE PER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9750" y="4381500"/>
            <a:ext cx="2984500" cy="904875"/>
          </a:xfrm>
          <a:prstGeom prst="rect">
            <a:avLst>
              <a:gd name="adj" fmla="val 2021"/>
            </a:avLst>
          </a:prstGeom>
          <a:solidFill>
            <a:srgbClr val="FDFDFD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59750" y="4381500"/>
            <a:ext cx="28575" cy="9048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12150" y="4381500"/>
            <a:ext cx="27178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prior system evaluated on exactly one surface only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88920" y="5534025"/>
            <a:ext cx="6614160" cy="590550"/>
          </a:xfrm>
          <a:prstGeom prst="rect">
            <a:avLst>
              <a:gd name="adj" fmla="val 6968"/>
            </a:avLst>
          </a:prstGeom>
          <a:solidFill>
            <a:srgbClr val="FDFDFD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88920" y="5534025"/>
            <a:ext cx="38100" cy="59055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979420" y="5534025"/>
            <a:ext cx="63093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spc="3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the gap </a:t>
            </a:r>
            <a:pPr algn="ctr" indent="0" marL="0">
              <a:buNone/>
            </a:pPr>
            <a:r>
              <a:rPr lang="en-US" sz="1550" b="1" spc="30" kern="0" dirty="0">
                <a:solidFill>
                  <a:srgbClr val="8B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RedGrid</a:t>
            </a:r>
            <a:pPr algn="ctr" indent="0" marL="0">
              <a:buNone/>
            </a:pPr>
            <a:r>
              <a:rPr lang="en-US" sz="1550" b="1" spc="3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designed to investigate.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0" y="6515100"/>
            <a:ext cx="12192000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77500" y="66675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829425"/>
            <a:ext cx="48768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2026-09-03T10:32:43Z</dcterms:created>
  <dcterms:modified xsi:type="dcterms:W3CDTF">2026-09-03T10:32:43Z</dcterms:modified>
</cp:coreProperties>
</file>