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8B1A1A"/>
          </a:solidFill>
          <a:ln/>
        </p:spPr>
      </p:sp>
      <p:pic>
        <p:nvPicPr>
          <p:cNvPr id="3" name="Image 0" descr="/home/claude/logo-univers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1000"/>
            <a:ext cx="386169" cy="4953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6200" y="762000"/>
            <a:ext cx="1211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20" kern="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MASTERS IN INFORMATION AND CYBER SECURITY (PMICS)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76200" y="990600"/>
            <a:ext cx="12115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80" kern="0" dirty="0">
                <a:solidFill>
                  <a:srgbClr val="2E4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ON CYBER SECURITY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619625" y="1238250"/>
            <a:ext cx="2952750" cy="247650"/>
          </a:xfrm>
          <a:prstGeom prst="roundRect">
            <a:avLst>
              <a:gd name="adj" fmla="val 14769"/>
            </a:avLst>
          </a:prstGeom>
          <a:solidFill>
            <a:srgbClr val="F2EAD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619625" y="1238250"/>
            <a:ext cx="2952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7A4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 STAGE  ·  SEPTEMBER 2026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76200" y="1752600"/>
            <a:ext cx="121158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RedGrid</a:t>
            </a:r>
            <a:endParaRPr lang="en-US" sz="6000" dirty="0"/>
          </a:p>
        </p:txBody>
      </p:sp>
      <p:sp>
        <p:nvSpPr>
          <p:cNvPr id="9" name="Shape 6"/>
          <p:cNvSpPr/>
          <p:nvPr/>
        </p:nvSpPr>
        <p:spPr>
          <a:xfrm>
            <a:off x="4381500" y="2686050"/>
            <a:ext cx="3429000" cy="0"/>
          </a:xfrm>
          <a:prstGeom prst="line">
            <a:avLst/>
          </a:prstGeom>
          <a:noFill/>
          <a:ln w="19050">
            <a:solidFill>
              <a:srgbClr val="D4CFC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81000" y="2819400"/>
            <a:ext cx="1143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E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Dependency-Constrained UCB Exploration for Autonomous Penetration Testing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76200" y="3638550"/>
            <a:ext cx="12115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9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9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00500" y="3905250"/>
          <a:ext cx="4191000" cy="914400"/>
        </p:xfrm>
        <a:graphic>
          <a:graphicData uri="http://schemas.openxmlformats.org/drawingml/2006/table">
            <a:tbl>
              <a:tblPr/>
              <a:tblGrid>
                <a:gridCol w="2095500"/>
                <a:gridCol w="1047750"/>
                <a:gridCol w="104775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A9AAA"/>
                          </a:solidFill>
                        </a:rPr>
                        <a:t>Name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A9AAA"/>
                          </a:solidFill>
                        </a:rPr>
                        <a:t>Class Roll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A9AAA"/>
                          </a:solidFill>
                        </a:rPr>
                        <a:t>Reg 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B1A1A"/>
                          </a:solidFill>
                        </a:rPr>
                        <a:t>Nishan Paul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50028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H-55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B1A1A"/>
                          </a:solidFill>
                        </a:rPr>
                        <a:t>Md Rakibur Rahman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50040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H-49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4381500" y="5114925"/>
            <a:ext cx="3429000" cy="1524000"/>
          </a:xfrm>
          <a:prstGeom prst="rect">
            <a:avLst/>
          </a:prstGeom>
          <a:solidFill>
            <a:srgbClr val="EFEBE3"/>
          </a:solidFill>
          <a:ln/>
          <a:effectLst>
            <a:outerShdw sx="100000" sy="100000" kx="0" ky="0" algn="bl" rotWithShape="0" blurRad="76200" dist="38100" dir="5400000">
              <a:srgbClr val="000000">
                <a:alpha val="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381500" y="5114925"/>
            <a:ext cx="3429000" cy="28575"/>
          </a:xfrm>
          <a:prstGeom prst="rect">
            <a:avLst/>
          </a:prstGeom>
          <a:solidFill>
            <a:srgbClr val="2E4A7A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4381500" y="5305425"/>
            <a:ext cx="3429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2E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4381500" y="5553075"/>
            <a:ext cx="3429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Md. Abdur Razzaque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4381500" y="5857875"/>
            <a:ext cx="3429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and Chair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4381500" y="6067425"/>
            <a:ext cx="3429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4381500" y="6257925"/>
            <a:ext cx="3429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2E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DHAKA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2026-09-03T08:19:52Z</dcterms:created>
  <dcterms:modified xsi:type="dcterms:W3CDTF">2026-09-03T08:19:52Z</dcterms:modified>
</cp:coreProperties>
</file>