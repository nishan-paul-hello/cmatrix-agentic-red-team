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419090"/>
            <a:ext cx="9905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Introducing </a:t>
            </a:r>
            <a:pPr indent="0" marL="0">
              <a:buNone/>
            </a:pPr>
            <a:r>
              <a:rPr lang="en-US" sz="3300" b="1" dirty="0">
                <a:solidFill>
                  <a:srgbClr val="8B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RedGrid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1981" y="987552"/>
            <a:ext cx="5448164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1981" y="1234440"/>
            <a:ext cx="46099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Dependency-Constrained UCB Exploration for Autonomous Penetration Testing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1981" y="2020824"/>
            <a:ext cx="48004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1981" y="2020824"/>
            <a:ext cx="41148" cy="9601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581" y="213969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VDG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90581" y="24048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Model vulnerabilities as a graph with prerequisite edges, not a flat list.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1981" y="3172968"/>
            <a:ext cx="48004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1981" y="3172968"/>
            <a:ext cx="41148" cy="960120"/>
          </a:xfrm>
          <a:prstGeom prst="rect">
            <a:avLst/>
          </a:prstGeom>
          <a:solidFill>
            <a:srgbClr val="A063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0581" y="32918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06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UCB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90581" y="35570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Guide exploration with Upper Confidence Bound over the dependency-constrained frontier.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1981" y="4325112"/>
            <a:ext cx="480048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1981" y="4325112"/>
            <a:ext cx="41148" cy="77724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90581" y="444398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Memory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90581" y="4709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Retain and reuse strategies across missions.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371600"/>
            <a:ext cx="5486263" cy="4381390"/>
          </a:xfrm>
          <a:prstGeom prst="roundRect">
            <a:avLst>
              <a:gd name="adj" fmla="val 1252"/>
            </a:avLst>
          </a:prstGeom>
          <a:solidFill>
            <a:srgbClr val="FDFDFD"/>
          </a:solidFill>
          <a:ln w="15240">
            <a:solidFill>
              <a:srgbClr val="D4CF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4590" y="1752590"/>
            <a:ext cx="1523962" cy="809605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24590" y="1752590"/>
            <a:ext cx="1523962" cy="256032"/>
          </a:xfrm>
          <a:prstGeom prst="rect">
            <a:avLst/>
          </a:prstGeom>
          <a:solidFill>
            <a:srgbClr val="2A6B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24590" y="1752590"/>
            <a:ext cx="1523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SQLi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97742" y="207263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9AA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062168" y="208177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D6EDD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62168" y="208177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A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ELIGIBLE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6397742" y="236523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9AA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UCB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7062168" y="236523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24590" y="4371900"/>
            <a:ext cx="1523962" cy="809605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24590" y="4371900"/>
            <a:ext cx="1523962" cy="256032"/>
          </a:xfrm>
          <a:prstGeom prst="rect">
            <a:avLst/>
          </a:prstGeom>
          <a:solidFill>
            <a:srgbClr val="2A6B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24590" y="4371900"/>
            <a:ext cx="1523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XSS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397742" y="46919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9AA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062168" y="470108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D6EDD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62168" y="470108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A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ELIGIBLE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6397742" y="49845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9AA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UCB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7062168" y="49845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2.81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05878" y="3130061"/>
            <a:ext cx="1578826" cy="864469"/>
          </a:xfrm>
          <a:prstGeom prst="roundRect">
            <a:avLst>
              <a:gd name="adj" fmla="val 5289"/>
            </a:avLst>
          </a:prstGeom>
          <a:ln w="19050">
            <a:solidFill>
              <a:srgbClr val="A063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33310" y="3157493"/>
            <a:ext cx="1523962" cy="809605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833310" y="3157493"/>
            <a:ext cx="1523962" cy="256032"/>
          </a:xfrm>
          <a:prstGeom prst="rect">
            <a:avLst/>
          </a:prstGeom>
          <a:solidFill>
            <a:srgbClr val="A0631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833310" y="3157493"/>
            <a:ext cx="1523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 Bypass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906462" y="3477533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9AA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570888" y="3486677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A0631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570888" y="3486677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NEXT ►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7906462" y="3770141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9AA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UCB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8570888" y="3770141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06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4.17 ★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757318" y="3157493"/>
            <a:ext cx="1523962" cy="809605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12700">
            <a:solidFill>
              <a:srgbClr val="6B6B7A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9757318" y="3157493"/>
            <a:ext cx="1523962" cy="256032"/>
          </a:xfrm>
          <a:prstGeom prst="rect">
            <a:avLst/>
          </a:prstGeom>
          <a:solidFill>
            <a:srgbClr val="4A4A5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757318" y="3157493"/>
            <a:ext cx="1523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RCE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9830470" y="3477533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9AA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0494896" y="3486677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E8E4D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494896" y="3486677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6B7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BLOCKED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9830470" y="3770141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9AA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UCB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10494896" y="3770141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802832" y="2136638"/>
            <a:ext cx="140206" cy="984278"/>
          </a:xfrm>
          <a:prstGeom prst="line">
            <a:avLst/>
          </a:prstGeom>
          <a:noFill/>
          <a:ln w="22225">
            <a:solidFill>
              <a:srgbClr val="4A4A5E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7802832" y="4003674"/>
            <a:ext cx="140206" cy="788850"/>
          </a:xfrm>
          <a:prstGeom prst="line">
            <a:avLst/>
          </a:prstGeom>
          <a:noFill/>
          <a:ln w="22225">
            <a:solidFill>
              <a:srgbClr val="4A4A5E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412136" y="3285509"/>
            <a:ext cx="290318" cy="9144"/>
          </a:xfrm>
          <a:prstGeom prst="line">
            <a:avLst/>
          </a:prstGeom>
          <a:noFill/>
          <a:ln w="22225">
            <a:solidFill>
              <a:srgbClr val="8B1A1A"/>
            </a:solidFill>
            <a:prstDash val="dash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9420135" y="41316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1A1A"/>
                </a:solidFill>
              </a:rPr>
              <a:t>↑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8597175" y="442429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8597175" y="442429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Agent targets highest UCB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5943600" y="5935870"/>
            <a:ext cx="54862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Vulnerability Dependency Graph (VDG) — conceptual sketch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0" y="6514937"/>
            <a:ext cx="12191695" cy="9144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515600" y="6528816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20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6830568"/>
            <a:ext cx="5486263" cy="27432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2026-09-03T11:28:16Z</dcterms:created>
  <dcterms:modified xsi:type="dcterms:W3CDTF">2026-09-03T11:28:16Z</dcterms:modified>
</cp:coreProperties>
</file>