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695" y="347472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RedGrid — The Core Idea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761695" y="960120"/>
            <a:ext cx="5447995" cy="27432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3186684"/>
            <a:ext cx="8534095" cy="27432"/>
          </a:xfrm>
          <a:prstGeom prst="rect">
            <a:avLst/>
          </a:prstGeom>
          <a:solidFill>
            <a:srgbClr val="D4CFC8"/>
          </a:solidFill>
          <a:ln/>
        </p:spPr>
      </p:sp>
      <p:sp>
        <p:nvSpPr>
          <p:cNvPr id="5" name="Shape 3"/>
          <p:cNvSpPr/>
          <p:nvPr/>
        </p:nvSpPr>
        <p:spPr>
          <a:xfrm>
            <a:off x="3528670" y="30540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8B1A1A">
                <a:alpha val="4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528670" y="30540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B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GUIDED BY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291426" y="30540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2E4A7A">
                <a:alpha val="4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291426" y="30540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FEEDS INTO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43000" y="2009851"/>
            <a:ext cx="2381098" cy="2381098"/>
          </a:xfrm>
          <a:prstGeom prst="ellipse">
            <a:avLst/>
          </a:prstGeom>
          <a:solidFill>
            <a:srgbClr val="FFFFFF"/>
          </a:solidFill>
          <a:ln w="57150">
            <a:solidFill>
              <a:srgbClr val="8B1A1A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371600" y="2393899"/>
            <a:ext cx="192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30" kern="0" dirty="0">
                <a:solidFill>
                  <a:srgbClr val="8B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695651"/>
            <a:ext cx="1923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Explore Broadly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290011"/>
            <a:ext cx="19238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4A5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Search the full attack surface. Don't commit to one path early.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905756" y="2009851"/>
            <a:ext cx="2381098" cy="2381098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A6B3C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134356" y="2393899"/>
            <a:ext cx="192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30" kern="0" dirty="0">
                <a:solidFill>
                  <a:srgbClr val="2A6B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GUIDE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134356" y="2695651"/>
            <a:ext cx="1923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Dependency Graph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5134356" y="3290011"/>
            <a:ext cx="19238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4A5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Model which vulnerabilities depend on which. Pick the smartest next step.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67598" y="2009851"/>
            <a:ext cx="2381098" cy="2381098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E4A7A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896198" y="2393899"/>
            <a:ext cx="192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30" kern="0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LEARN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896198" y="2695651"/>
            <a:ext cx="1923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Remember and Reuse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8896198" y="3290011"/>
            <a:ext cx="19238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4A5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Carry forward what worked across past missions.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61695" y="4617720"/>
            <a:ext cx="1066830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i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RedGrid asks: does connecting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761695" y="5532120"/>
            <a:ext cx="1066830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i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make autonomous penetration testing meaningfully better?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3246120" y="505663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6510">
            <a:solidFill>
              <a:srgbClr val="8B1A1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246120" y="50566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10" kern="0" dirty="0">
                <a:solidFill>
                  <a:srgbClr val="8B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EXPLORATION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81728" y="5056632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9AA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+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020056" y="5056632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6510">
            <a:solidFill>
              <a:srgbClr val="2A6B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020056" y="50566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10" kern="0" dirty="0">
                <a:solidFill>
                  <a:srgbClr val="2A6B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DEPENDENCY REASONING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370064" y="5056632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9AA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+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708392" y="50566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6510">
            <a:solidFill>
              <a:srgbClr val="2E4A7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08392" y="505663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10" kern="0" dirty="0">
                <a:solidFill>
                  <a:srgbClr val="2E4A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MEMORY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6515100"/>
            <a:ext cx="12191695" cy="10058"/>
          </a:xfrm>
          <a:prstGeom prst="rect">
            <a:avLst/>
          </a:prstGeom>
          <a:solidFill>
            <a:srgbClr val="D4CFC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601200" y="6574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75" dirty="0">
                <a:solidFill>
                  <a:srgbClr val="9A9AA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20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0" y="6829654"/>
            <a:ext cx="7315200" cy="28346"/>
          </a:xfrm>
          <a:prstGeom prst="rect">
            <a:avLst/>
          </a:prstGeom>
          <a:solidFill>
            <a:srgbClr val="8B1A1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2026-09-03T12:45:11Z</dcterms:created>
  <dcterms:modified xsi:type="dcterms:W3CDTF">2026-09-03T12:45:11Z</dcterms:modified>
</cp:coreProperties>
</file>