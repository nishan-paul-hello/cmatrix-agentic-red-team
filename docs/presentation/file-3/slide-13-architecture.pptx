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695" y="347472"/>
            <a:ext cx="9905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1A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RedGrid — The Core Idea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761695" y="960120"/>
            <a:ext cx="5447995" cy="2743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4" name="Shape 2"/>
          <p:cNvSpPr/>
          <p:nvPr/>
        </p:nvSpPr>
        <p:spPr>
          <a:xfrm>
            <a:off x="3524098" y="3200400"/>
            <a:ext cx="1381658" cy="0"/>
          </a:xfrm>
          <a:prstGeom prst="line">
            <a:avLst/>
          </a:prstGeom>
          <a:noFill/>
          <a:ln w="25400">
            <a:solidFill>
              <a:srgbClr val="A8A196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7286854" y="3200400"/>
            <a:ext cx="1380744" cy="0"/>
          </a:xfrm>
          <a:prstGeom prst="line">
            <a:avLst/>
          </a:prstGeom>
          <a:noFill/>
          <a:ln w="25400">
            <a:solidFill>
              <a:srgbClr val="A8A196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734410" y="3054096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8B1A1A">
                <a:alpha val="40000"/>
              </a:srgbClr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734410" y="3054096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8B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GUIDED BY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497166" y="3054096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2E4A7A">
                <a:alpha val="40000"/>
              </a:srgbClr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497166" y="3054096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2E4A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FEEDS INTO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143000" y="2009851"/>
            <a:ext cx="2381098" cy="2381098"/>
          </a:xfrm>
          <a:prstGeom prst="ellipse">
            <a:avLst/>
          </a:prstGeom>
          <a:solidFill>
            <a:srgbClr val="FFFFFF"/>
          </a:solidFill>
          <a:ln w="57150">
            <a:solidFill>
              <a:srgbClr val="8B1A1A"/>
            </a:solidFill>
            <a:prstDash val="solid"/>
          </a:ln>
          <a:effectLst>
            <a:outerShdw sx="100000" sy="100000" kx="0" ky="0" algn="bl" rotWithShape="0" blurRad="254000" dist="101600" dir="54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1371600" y="2393899"/>
            <a:ext cx="19238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30" kern="0" dirty="0">
                <a:solidFill>
                  <a:srgbClr val="8B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EXPLORE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2695651"/>
            <a:ext cx="19238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A1A2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Explore Broadly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290011"/>
            <a:ext cx="19238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4A5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Search the full attack surface. Don't commit to one path early.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05756" y="2009851"/>
            <a:ext cx="2381098" cy="2381098"/>
          </a:xfrm>
          <a:prstGeom prst="ellipse">
            <a:avLst/>
          </a:prstGeom>
          <a:solidFill>
            <a:srgbClr val="FFFFFF"/>
          </a:solidFill>
          <a:ln w="57150">
            <a:solidFill>
              <a:srgbClr val="2A6B3C"/>
            </a:solidFill>
            <a:prstDash val="solid"/>
          </a:ln>
          <a:effectLst>
            <a:outerShdw sx="100000" sy="100000" kx="0" ky="0" algn="bl" rotWithShape="0" blurRad="254000" dist="101600" dir="54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5134356" y="2393899"/>
            <a:ext cx="19238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30" kern="0" dirty="0">
                <a:solidFill>
                  <a:srgbClr val="2A6B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GUIDE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134356" y="2695651"/>
            <a:ext cx="19238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A1A2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Dependency Graph</a:t>
            </a:r>
            <a:endParaRPr lang="en-US" sz="1650" dirty="0"/>
          </a:p>
        </p:txBody>
      </p:sp>
      <p:sp>
        <p:nvSpPr>
          <p:cNvPr id="17" name="Text 15"/>
          <p:cNvSpPr txBox="1"/>
          <p:nvPr/>
        </p:nvSpPr>
        <p:spPr>
          <a:xfrm>
            <a:off x="5134356" y="3290011"/>
            <a:ext cx="19238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4A5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Model which vulnerabilities depend on which. Pick the smartest next step.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667598" y="2009851"/>
            <a:ext cx="2381098" cy="2381098"/>
          </a:xfrm>
          <a:prstGeom prst="ellipse">
            <a:avLst/>
          </a:prstGeom>
          <a:solidFill>
            <a:srgbClr val="FFFFFF"/>
          </a:solidFill>
          <a:ln w="57150">
            <a:solidFill>
              <a:srgbClr val="2E4A7A"/>
            </a:solidFill>
            <a:prstDash val="solid"/>
          </a:ln>
          <a:effectLst>
            <a:outerShdw sx="100000" sy="100000" kx="0" ky="0" algn="bl" rotWithShape="0" blurRad="254000" dist="101600" dir="5400000">
              <a:srgbClr val="000000">
                <a:alpha val="6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896198" y="2393899"/>
            <a:ext cx="19238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30" kern="0" dirty="0">
                <a:solidFill>
                  <a:srgbClr val="2E4A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LEARN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896198" y="2695651"/>
            <a:ext cx="19238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A1A2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Remember and Reuse</a:t>
            </a:r>
            <a:endParaRPr lang="en-US" sz="1650" dirty="0"/>
          </a:p>
        </p:txBody>
      </p:sp>
      <p:sp>
        <p:nvSpPr>
          <p:cNvPr id="21" name="Text 19"/>
          <p:cNvSpPr txBox="1"/>
          <p:nvPr/>
        </p:nvSpPr>
        <p:spPr>
          <a:xfrm>
            <a:off x="8896198" y="3290011"/>
            <a:ext cx="19238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4A5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Carry forward what worked across past missions.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61695" y="4617720"/>
            <a:ext cx="1066830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i="1" dirty="0">
                <a:solidFill>
                  <a:srgbClr val="1A1A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RedGrid asks whether connecting</a:t>
            </a:r>
            <a:endParaRPr lang="en-US" sz="1950" dirty="0"/>
          </a:p>
        </p:txBody>
      </p:sp>
      <p:sp>
        <p:nvSpPr>
          <p:cNvPr id="23" name="Text 21"/>
          <p:cNvSpPr txBox="1"/>
          <p:nvPr/>
        </p:nvSpPr>
        <p:spPr>
          <a:xfrm>
            <a:off x="761695" y="5532120"/>
            <a:ext cx="1066830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i="1" dirty="0">
                <a:solidFill>
                  <a:srgbClr val="1A1A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make autonomous penetration testing meaningfully better?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3246120" y="5056632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6510">
            <a:solidFill>
              <a:srgbClr val="8B1A1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3246120" y="505663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10" kern="0" dirty="0">
                <a:solidFill>
                  <a:srgbClr val="8B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EXPLORATION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4681728" y="5056632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A9AA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+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020056" y="5056632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6510">
            <a:solidFill>
              <a:srgbClr val="2A6B3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5020056" y="505663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10" kern="0" dirty="0">
                <a:solidFill>
                  <a:srgbClr val="2A6B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DEPENDENCY REASONING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7370064" y="5056632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A9AA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+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7708392" y="5056632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6510">
            <a:solidFill>
              <a:srgbClr val="2E4A7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7708392" y="505663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10" kern="0" dirty="0">
                <a:solidFill>
                  <a:srgbClr val="2E4A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MEMORY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0" y="6515100"/>
            <a:ext cx="12191695" cy="10058"/>
          </a:xfrm>
          <a:prstGeom prst="rect">
            <a:avLst/>
          </a:prstGeom>
          <a:solidFill>
            <a:srgbClr val="D4CFC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601200" y="65745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9A9A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 / 20</a:t>
            </a:r>
            <a:endParaRPr lang="en-US" sz="975" dirty="0"/>
          </a:p>
        </p:txBody>
      </p:sp>
      <p:sp>
        <p:nvSpPr>
          <p:cNvPr id="34" name="Shape 32"/>
          <p:cNvSpPr/>
          <p:nvPr/>
        </p:nvSpPr>
        <p:spPr>
          <a:xfrm>
            <a:off x="0" y="6829654"/>
            <a:ext cx="7315200" cy="28346"/>
          </a:xfrm>
          <a:prstGeom prst="rect">
            <a:avLst/>
          </a:prstGeom>
          <a:solidFill>
            <a:srgbClr val="8B1A1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2026-09-03T13:10:34Z</dcterms:created>
  <dcterms:modified xsi:type="dcterms:W3CDTF">2026-09-03T13:10:34Z</dcterms:modified>
</cp:coreProperties>
</file>