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419100"/>
            <a:ext cx="9906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Architecture — A Rough Sketch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028700"/>
            <a:ext cx="5448300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1238250"/>
            <a:ext cx="2133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b="1" spc="20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WORLD MODEL
</a:t>
            </a:r>
            <a:endParaRPr lang="en-US" sz="11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Confirmed facts vs. attack hypotheses — kept strictly separate.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86100" y="1695450"/>
            <a:ext cx="228600" cy="2133600"/>
          </a:xfrm>
          <a:prstGeom prst="roundRect">
            <a:avLst>
              <a:gd name="adj" fmla="val 66667"/>
            </a:avLst>
          </a:prstGeom>
          <a:ln w="28575">
            <a:solidFill>
              <a:srgbClr val="8B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3314700" y="2667000"/>
            <a:ext cx="133350" cy="190500"/>
          </a:xfrm>
          <a:prstGeom prst="triangle">
            <a:avLst/>
          </a:prstGeom>
          <a:solidFill>
            <a:srgbClr val="8B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152900" y="1524000"/>
            <a:ext cx="19050" cy="61912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152900" y="2143125"/>
            <a:ext cx="19050" cy="619125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9" name="Shape 7"/>
          <p:cNvSpPr/>
          <p:nvPr/>
        </p:nvSpPr>
        <p:spPr>
          <a:xfrm>
            <a:off x="4152900" y="2762250"/>
            <a:ext cx="19050" cy="619125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10" name="Shape 8"/>
          <p:cNvSpPr/>
          <p:nvPr/>
        </p:nvSpPr>
        <p:spPr>
          <a:xfrm>
            <a:off x="4152900" y="3381375"/>
            <a:ext cx="19050" cy="619125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0" y="1457325"/>
            <a:ext cx="323850" cy="323850"/>
          </a:xfrm>
          <a:prstGeom prst="ellipse">
            <a:avLst/>
          </a:prstGeom>
          <a:solidFill>
            <a:srgbClr val="8B1A1A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00500" y="1457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29150" y="1238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Mission Planner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15150" y="1238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Takes in the target. Starts the scan. Stays in control.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00500" y="2219325"/>
            <a:ext cx="323850" cy="323850"/>
          </a:xfrm>
          <a:prstGeom prst="ellipse">
            <a:avLst/>
          </a:prstGeom>
          <a:solidFill>
            <a:srgbClr val="2E4A7A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00500" y="2219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29150" y="2000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Decision-Maker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15150" y="2000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Decides what to attack next — using the dependency graph.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00500" y="2981325"/>
            <a:ext cx="323850" cy="323850"/>
          </a:xfrm>
          <a:prstGeom prst="ellipse">
            <a:avLst/>
          </a:prstGeom>
          <a:solidFill>
            <a:srgbClr val="A0631A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0500" y="2981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29150" y="2762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Specialist Agents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15150" y="2762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Web, GraphQL, Network — each focused on one attack type.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00500" y="3743325"/>
            <a:ext cx="323850" cy="323850"/>
          </a:xfrm>
          <a:prstGeom prst="ellipse">
            <a:avLst/>
          </a:prstGeom>
          <a:solidFill>
            <a:srgbClr val="2A6B3C"/>
          </a:solidFill>
          <a:ln w="57150">
            <a:solidFill>
              <a:srgbClr val="F7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00500" y="3743325"/>
            <a:ext cx="32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629150" y="352425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Execute and Validate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15150" y="3524250"/>
            <a:ext cx="4514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Runs the attack. Checks if it worked.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362200" y="4552950"/>
            <a:ext cx="7467600" cy="228600"/>
          </a:xfrm>
          <a:prstGeom prst="roundRect">
            <a:avLst>
              <a:gd name="adj" fmla="val 50000"/>
            </a:avLst>
          </a:prstGeom>
          <a:ln w="28575">
            <a:solidFill>
              <a:srgbClr val="2E4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91200" y="4419600"/>
            <a:ext cx="133350" cy="133350"/>
          </a:xfrm>
          <a:prstGeom prst="triangle">
            <a:avLst/>
          </a:prstGeom>
          <a:solidFill>
            <a:srgbClr val="2E4A7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62200" y="4857750"/>
            <a:ext cx="7467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spc="200" kern="0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MEMORY
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4A4A5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Remembers strategies and failures. Reuses what worked.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15100"/>
            <a:ext cx="12192000" cy="9525"/>
          </a:xfrm>
          <a:prstGeom prst="rect">
            <a:avLst/>
          </a:prstGeom>
          <a:solidFill>
            <a:srgbClr val="D4CFC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62000" y="661987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RedGrid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525000" y="661987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829425"/>
            <a:ext cx="7924800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2026-09-03T13:50:02Z</dcterms:created>
  <dcterms:modified xsi:type="dcterms:W3CDTF">2026-09-03T13:50:02Z</dcterms:modified>
</cp:coreProperties>
</file>