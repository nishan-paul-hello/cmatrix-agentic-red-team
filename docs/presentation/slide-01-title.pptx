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</p:sldIdLst>
  <p:sldSz cx="9144000" cy="5143500"/>
  <p:notesSz cx="5143500" cy="9144000"/>
  <p:embeddedFontLst>
    <p:embeddedFont>
      <p:font typeface="Inter" pitchFamily="34" charset="0"/>
      <p:regular r:id="rId8"/>
    </p:embeddedFont>
    <p:embeddedFont>
      <p:font typeface="Inter Bold" pitchFamily="34" charset="0"/>
      <p:regular r:id="rId9"/>
    </p:embeddedFont>
    <p:embeddedFont>
      <p:font typeface="JetBrains Mono" pitchFamily="34" charset="0"/>
      <p:regular r:id="rId10"/>
    </p:embeddedFont>
    <p:embeddedFont>
      <p:font typeface="Syne Bold" pitchFamily="3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  <a:effectLst>
            <a:glow rad="883920">
              <a:srgbClr val="000000">
                <a:alpha val="60000"/>
              </a:srgbClr>
            </a:glo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h2p-grp-h2p-animroot-1"/>
          <p:cNvSpPr/>
          <p:nvPr/>
        </p:nvSpPr>
        <p:spPr>
          <a:xfrm>
            <a:off x="457200" y="314325"/>
            <a:ext cx="224559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JetBrains Mono" pitchFamily="34" charset="0"/>
              </a:rPr>
              <a:t>MSc Thesis · Inception Stage · Sep 2026</a:t>
            </a:r>
            <a:endParaRPr lang="en-US" sz="700" dirty="0"/>
          </a:p>
        </p:txBody>
      </p:sp>
      <p:sp>
        <p:nvSpPr>
          <p:cNvPr id="6" name="h2p-grp-h2p-animroot-2"/>
          <p:cNvSpPr/>
          <p:nvPr/>
        </p:nvSpPr>
        <p:spPr>
          <a:xfrm>
            <a:off x="6772163" y="4493419"/>
            <a:ext cx="1914637" cy="250031"/>
          </a:xfrm>
          <a:prstGeom prst="roundRect">
            <a:avLst>
              <a:gd name="adj" fmla="val 11429"/>
            </a:avLst>
          </a:prstGeom>
          <a:solidFill>
            <a:srgbClr val="FF3B3B">
              <a:alpha val="12000"/>
            </a:srgbClr>
          </a:solidFill>
          <a:ln w="6350">
            <a:solidFill>
              <a:srgbClr val="FF3B3B"/>
            </a:solidFill>
            <a:prstDash val="solid"/>
          </a:ln>
        </p:spPr>
      </p:sp>
      <p:sp>
        <p:nvSpPr>
          <p:cNvPr id="7" name="h2p-grp-h2p-animroot-2"/>
          <p:cNvSpPr/>
          <p:nvPr/>
        </p:nvSpPr>
        <p:spPr>
          <a:xfrm>
            <a:off x="6772163" y="4493419"/>
            <a:ext cx="1914637" cy="250031"/>
          </a:xfrm>
          <a:prstGeom prst="rect">
            <a:avLst/>
          </a:prstGeom>
          <a:noFill/>
          <a:ln/>
        </p:spPr>
        <p:txBody>
          <a:bodyPr wrap="none" lIns="125222" tIns="66294" rIns="125222" bIns="66294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F3B3B"/>
                </a:solidFill>
                <a:latin typeface="JetBrains Mono" pitchFamily="34" charset="0"/>
              </a:rPr>
              <a:t>EARLY STAGE — INCEPTION REPORT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2142902" y="1462348"/>
            <a:ext cx="4858196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600" b="1" spc="163" kern="0" dirty="0">
                <a:solidFill>
                  <a:srgbClr val="F0F6FC"/>
                </a:solidFill>
                <a:latin typeface="Syne" pitchFamily="34" charset="0"/>
              </a:rPr>
              <a:t>RedGrid</a:t>
            </a:r>
            <a:endParaRPr lang="en-US" sz="5600" dirty="0"/>
          </a:p>
        </p:txBody>
      </p:sp>
      <p:sp>
        <p:nvSpPr>
          <p:cNvPr id="9" name="h2p-grp-h2p-animroot-3"/>
          <p:cNvSpPr/>
          <p:nvPr/>
        </p:nvSpPr>
        <p:spPr>
          <a:xfrm>
            <a:off x="1857375" y="2391035"/>
            <a:ext cx="542925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Inter" pitchFamily="34" charset="0"/>
              </a:rPr>
              <a:t>Dependency-Constrained UCB Exploration for Autonomous Penetration Testing</a:t>
            </a:r>
            <a:endParaRPr lang="en-US" sz="1200" dirty="0"/>
          </a:p>
        </p:txBody>
      </p:sp>
      <p:grpSp>
        <p:nvGrpSpPr>
          <p:cNvPr id="12" name="h2p-grp-h2p-animroot-4"/>
          <p:cNvGrpSpPr/>
          <p:nvPr/>
        </p:nvGrpSpPr>
        <p:grpSpPr>
          <a:xfrm>
            <a:off x="3219152" y="3359683"/>
            <a:ext cx="2705695" cy="321469"/>
            <a:chOff x="0" y="0"/>
            <a:chExt cx="2705695" cy="321469"/>
          </a:xfrm>
        </p:grpSpPr>
        <p:sp>
          <p:nvSpPr>
            <p:cNvPr id="10" name=""/>
            <p:cNvSpPr/>
            <p:nvPr/>
          </p:nvSpPr>
          <p:spPr>
            <a:xfrm>
              <a:off x="0" y="0"/>
              <a:ext cx="2705695" cy="1428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0F6FC"/>
                  </a:solidFill>
                  <a:latin typeface="Inter" pitchFamily="34" charset="0"/>
                </a:rPr>
                <a:t>[Author Names]</a:t>
              </a:r>
              <a:endParaRPr lang="en-US" sz="900" dirty="0"/>
            </a:p>
          </p:txBody>
        </p:sp>
        <p:sp>
          <p:nvSpPr>
            <p:cNvPr id="11" name=""/>
            <p:cNvSpPr/>
            <p:nvPr/>
          </p:nvSpPr>
          <p:spPr>
            <a:xfrm>
              <a:off x="0" y="185738"/>
              <a:ext cx="2705695" cy="1357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8B949E"/>
                  </a:solidFill>
                  <a:latin typeface="Inter" pitchFamily="34" charset="0"/>
                </a:rPr>
                <a:t>[University Name] · Department of Computer Science</a:t>
              </a:r>
              <a:endParaRPr lang="en-US" sz="8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pageCurlDouble"/>
      </p:transition>
    </mc:Choice>
    <mc:Fallback>
      <p:transition spd="med">
        <p:pull dir="l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9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2026-09-02T04:50:18Z</dcterms:created>
  <dcterms:modified xsi:type="dcterms:W3CDTF">2026-09-02T04:50:18Z</dcterms:modified>
</cp:coreProperties>
</file>